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4"/>
  </p:sldMasterIdLst>
  <p:notesMasterIdLst>
    <p:notesMasterId r:id="rId30"/>
  </p:notesMasterIdLst>
  <p:handoutMasterIdLst>
    <p:handoutMasterId r:id="rId31"/>
  </p:handoutMasterIdLst>
  <p:sldIdLst>
    <p:sldId id="307" r:id="rId5"/>
    <p:sldId id="293" r:id="rId6"/>
    <p:sldId id="298" r:id="rId7"/>
    <p:sldId id="265" r:id="rId8"/>
    <p:sldId id="257" r:id="rId9"/>
    <p:sldId id="304" r:id="rId10"/>
    <p:sldId id="267" r:id="rId11"/>
    <p:sldId id="308" r:id="rId12"/>
    <p:sldId id="296" r:id="rId13"/>
    <p:sldId id="309" r:id="rId14"/>
    <p:sldId id="311" r:id="rId15"/>
    <p:sldId id="312" r:id="rId16"/>
    <p:sldId id="310" r:id="rId17"/>
    <p:sldId id="313" r:id="rId18"/>
    <p:sldId id="314" r:id="rId19"/>
    <p:sldId id="315" r:id="rId20"/>
    <p:sldId id="323" r:id="rId21"/>
    <p:sldId id="316" r:id="rId22"/>
    <p:sldId id="317" r:id="rId23"/>
    <p:sldId id="318" r:id="rId24"/>
    <p:sldId id="319" r:id="rId25"/>
    <p:sldId id="322" r:id="rId26"/>
    <p:sldId id="321" r:id="rId27"/>
    <p:sldId id="306" r:id="rId28"/>
    <p:sldId id="268"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22A68"/>
    <a:srgbClr val="FF1D1D"/>
    <a:srgbClr val="C0C41E"/>
    <a:srgbClr val="009242"/>
    <a:srgbClr val="B4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99B23B-EC83-4686-B30A-512413B5E67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50" autoAdjust="0"/>
    <p:restoredTop sz="94660" autoAdjust="0"/>
  </p:normalViewPr>
  <p:slideViewPr>
    <p:cSldViewPr snapToGrid="0">
      <p:cViewPr varScale="1">
        <p:scale>
          <a:sx n="66" d="100"/>
          <a:sy n="66" d="100"/>
        </p:scale>
        <p:origin x="1050" y="66"/>
      </p:cViewPr>
      <p:guideLst/>
    </p:cSldViewPr>
  </p:slideViewPr>
  <p:outlineViewPr>
    <p:cViewPr>
      <p:scale>
        <a:sx n="33" d="100"/>
        <a:sy n="33" d="100"/>
      </p:scale>
      <p:origin x="0" y="-11664"/>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D413764-5AD9-E889-944D-1707A854A18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8045D53-BE96-955D-B578-2BF8F356B7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4B9C3D-A6AA-4477-AC5E-4C46DDCA9DCD}" type="datetimeFigureOut">
              <a:rPr lang="en-US" smtClean="0"/>
              <a:t>4/1/2026</a:t>
            </a:fld>
            <a:endParaRPr lang="en-US" dirty="0"/>
          </a:p>
        </p:txBody>
      </p:sp>
      <p:sp>
        <p:nvSpPr>
          <p:cNvPr id="4" name="Footer Placeholder 3">
            <a:extLst>
              <a:ext uri="{FF2B5EF4-FFF2-40B4-BE49-F238E27FC236}">
                <a16:creationId xmlns:a16="http://schemas.microsoft.com/office/drawing/2014/main" id="{63ED3793-52FB-891B-2A0C-91D8927163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B8DAAB-C45C-E833-ECEB-14DCA0F17FC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4DE28C3-D699-4CA0-B343-5111DC591998}" type="slidenum">
              <a:rPr lang="en-US" smtClean="0"/>
              <a:t>‹#›</a:t>
            </a:fld>
            <a:endParaRPr lang="en-US" dirty="0"/>
          </a:p>
        </p:txBody>
      </p:sp>
    </p:spTree>
    <p:extLst>
      <p:ext uri="{BB962C8B-B14F-4D97-AF65-F5344CB8AC3E}">
        <p14:creationId xmlns:p14="http://schemas.microsoft.com/office/powerpoint/2010/main" val="18718098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938646-CEA8-41F9-BD9F-D1FA107D99CC}" type="datetimeFigureOut">
              <a:rPr lang="en-US" smtClean="0"/>
              <a:t>4/1/2026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B040C8-62D2-4EA7-B200-D3B8C06AAFD8}" type="slidenum">
              <a:rPr lang="en-US" smtClean="0"/>
              <a:t>‹#›</a:t>
            </a:fld>
            <a:endParaRPr lang="en-US" dirty="0"/>
          </a:p>
        </p:txBody>
      </p:sp>
    </p:spTree>
    <p:extLst>
      <p:ext uri="{BB962C8B-B14F-4D97-AF65-F5344CB8AC3E}">
        <p14:creationId xmlns:p14="http://schemas.microsoft.com/office/powerpoint/2010/main" val="2483067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2</a:t>
            </a:fld>
            <a:endParaRPr lang="en-US" dirty="0"/>
          </a:p>
        </p:txBody>
      </p:sp>
    </p:spTree>
    <p:extLst>
      <p:ext uri="{BB962C8B-B14F-4D97-AF65-F5344CB8AC3E}">
        <p14:creationId xmlns:p14="http://schemas.microsoft.com/office/powerpoint/2010/main" val="39442107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3</a:t>
            </a:fld>
            <a:endParaRPr lang="en-US" dirty="0"/>
          </a:p>
        </p:txBody>
      </p:sp>
    </p:spTree>
    <p:extLst>
      <p:ext uri="{BB962C8B-B14F-4D97-AF65-F5344CB8AC3E}">
        <p14:creationId xmlns:p14="http://schemas.microsoft.com/office/powerpoint/2010/main" val="6226847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4</a:t>
            </a:fld>
            <a:endParaRPr lang="en-US" dirty="0"/>
          </a:p>
        </p:txBody>
      </p:sp>
    </p:spTree>
    <p:extLst>
      <p:ext uri="{BB962C8B-B14F-4D97-AF65-F5344CB8AC3E}">
        <p14:creationId xmlns:p14="http://schemas.microsoft.com/office/powerpoint/2010/main" val="30008053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5</a:t>
            </a:fld>
            <a:endParaRPr lang="en-US" dirty="0"/>
          </a:p>
        </p:txBody>
      </p:sp>
    </p:spTree>
    <p:extLst>
      <p:ext uri="{BB962C8B-B14F-4D97-AF65-F5344CB8AC3E}">
        <p14:creationId xmlns:p14="http://schemas.microsoft.com/office/powerpoint/2010/main" val="2760905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6</a:t>
            </a:fld>
            <a:endParaRPr lang="en-US" dirty="0"/>
          </a:p>
        </p:txBody>
      </p:sp>
    </p:spTree>
    <p:extLst>
      <p:ext uri="{BB962C8B-B14F-4D97-AF65-F5344CB8AC3E}">
        <p14:creationId xmlns:p14="http://schemas.microsoft.com/office/powerpoint/2010/main" val="3684789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7</a:t>
            </a:fld>
            <a:endParaRPr lang="en-US" dirty="0"/>
          </a:p>
        </p:txBody>
      </p:sp>
    </p:spTree>
    <p:extLst>
      <p:ext uri="{BB962C8B-B14F-4D97-AF65-F5344CB8AC3E}">
        <p14:creationId xmlns:p14="http://schemas.microsoft.com/office/powerpoint/2010/main" val="399762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9</a:t>
            </a:fld>
            <a:endParaRPr lang="en-US" dirty="0"/>
          </a:p>
        </p:txBody>
      </p:sp>
    </p:spTree>
    <p:extLst>
      <p:ext uri="{BB962C8B-B14F-4D97-AF65-F5344CB8AC3E}">
        <p14:creationId xmlns:p14="http://schemas.microsoft.com/office/powerpoint/2010/main" val="18538956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B040C8-62D2-4EA7-B200-D3B8C06AAFD8}" type="slidenum">
              <a:rPr lang="en-US" smtClean="0"/>
              <a:t>25</a:t>
            </a:fld>
            <a:endParaRPr lang="en-US" dirty="0"/>
          </a:p>
        </p:txBody>
      </p:sp>
    </p:spTree>
    <p:extLst>
      <p:ext uri="{BB962C8B-B14F-4D97-AF65-F5344CB8AC3E}">
        <p14:creationId xmlns:p14="http://schemas.microsoft.com/office/powerpoint/2010/main" val="4203997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lumMod val="95000"/>
          </a:scheme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8A66DDD-7D9C-9641-30E9-932C5FD2DAE5}"/>
              </a:ext>
              <a:ext uri="{C183D7F6-B498-43B3-948B-1728B52AA6E4}">
                <adec:decorative xmlns:adec="http://schemas.microsoft.com/office/drawing/2017/decorative" val="1"/>
              </a:ext>
            </a:extLst>
          </p:cNvPr>
          <p:cNvSpPr/>
          <p:nvPr userDrawn="1"/>
        </p:nvSpPr>
        <p:spPr>
          <a:xfrm>
            <a:off x="9683715" y="0"/>
            <a:ext cx="2497331"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4F640F8B-6B6E-1B1A-7CC7-F44CB188B411}"/>
              </a:ext>
              <a:ext uri="{C183D7F6-B498-43B3-948B-1728B52AA6E4}">
                <adec:decorative xmlns:adec="http://schemas.microsoft.com/office/drawing/2017/decorative" val="1"/>
              </a:ext>
            </a:extLst>
          </p:cNvPr>
          <p:cNvSpPr/>
          <p:nvPr userDrawn="1"/>
        </p:nvSpPr>
        <p:spPr>
          <a:xfrm>
            <a:off x="0" y="0"/>
            <a:ext cx="2527294"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48633"/>
            <a:ext cx="7156415" cy="3360734"/>
          </a:xfrm>
        </p:spPr>
        <p:txBody>
          <a:bodyPr tIns="0" bIns="0" anchor="ctr">
            <a:noAutofit/>
          </a:bodyPr>
          <a:lstStyle>
            <a:lvl1pPr algn="ctr">
              <a:defRPr sz="5400">
                <a:solidFill>
                  <a:schemeClr val="tx2"/>
                </a:solidFill>
              </a:defRPr>
            </a:lvl1pPr>
          </a:lstStyle>
          <a:p>
            <a:r>
              <a:rPr lang="en-US" dirty="0"/>
              <a:t>Click to Add title</a:t>
            </a:r>
          </a:p>
        </p:txBody>
      </p:sp>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C859A209-D12B-6E67-931A-5CB9E71100EC}"/>
              </a:ext>
              <a:ext uri="{C183D7F6-B498-43B3-948B-1728B52AA6E4}">
                <adec:decorative xmlns:adec="http://schemas.microsoft.com/office/drawing/2017/decorative" val="1"/>
              </a:ext>
            </a:extLst>
          </p:cNvPr>
          <p:cNvGrpSpPr/>
          <p:nvPr userDrawn="1"/>
        </p:nvGrpSpPr>
        <p:grpSpPr>
          <a:xfrm>
            <a:off x="1971692" y="254794"/>
            <a:ext cx="8248616" cy="6367462"/>
            <a:chOff x="1689101" y="254794"/>
            <a:chExt cx="8248616" cy="6367462"/>
          </a:xfrm>
        </p:grpSpPr>
        <p:cxnSp>
          <p:nvCxnSpPr>
            <p:cNvPr id="6" name="Straight Connector 5">
              <a:extLst>
                <a:ext uri="{FF2B5EF4-FFF2-40B4-BE49-F238E27FC236}">
                  <a16:creationId xmlns:a16="http://schemas.microsoft.com/office/drawing/2014/main" id="{28628E6D-0C29-7F8E-67C4-175F211E705F}"/>
                </a:ext>
              </a:extLst>
            </p:cNvPr>
            <p:cNvCxnSpPr>
              <a:cxnSpLocks/>
            </p:cNvCxnSpPr>
            <p:nvPr userDrawn="1"/>
          </p:nvCxnSpPr>
          <p:spPr>
            <a:xfrm>
              <a:off x="16891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Lst>
            </p:cNvPr>
            <p:cNvCxnSpPr>
              <a:cxnSpLocks/>
            </p:cNvCxnSpPr>
            <p:nvPr userDrawn="1"/>
          </p:nvCxnSpPr>
          <p:spPr>
            <a:xfrm>
              <a:off x="16891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Lst>
            </p:cNvPr>
            <p:cNvCxnSpPr>
              <a:cxnSpLocks/>
            </p:cNvCxnSpPr>
            <p:nvPr userDrawn="1"/>
          </p:nvCxnSpPr>
          <p:spPr>
            <a:xfrm>
              <a:off x="9937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Lst>
            </p:cNvPr>
            <p:cNvCxnSpPr>
              <a:cxnSpLocks/>
            </p:cNvCxnSpPr>
            <p:nvPr userDrawn="1"/>
          </p:nvCxnSpPr>
          <p:spPr>
            <a:xfrm>
              <a:off x="9937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1971690" y="1543050"/>
            <a:ext cx="8248611"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33199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lumMod val="95000"/>
          </a:schemeClr>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0BCEE60A-6295-FCD1-542F-52EA50B3B4A9}"/>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 b="51031"/>
          <a:stretch/>
        </p:blipFill>
        <p:spPr>
          <a:xfrm rot="16200000">
            <a:off x="7083880" y="1749876"/>
            <a:ext cx="6858000" cy="3358241"/>
          </a:xfrm>
          <a:prstGeom prst="rect">
            <a:avLst/>
          </a:prstGeom>
        </p:spPr>
      </p:pic>
      <p:pic>
        <p:nvPicPr>
          <p:cNvPr id="3" name="Graphic 2">
            <a:extLst>
              <a:ext uri="{FF2B5EF4-FFF2-40B4-BE49-F238E27FC236}">
                <a16:creationId xmlns:a16="http://schemas.microsoft.com/office/drawing/2014/main" id="{02E5EBF7-4D05-239B-0B70-F9AD5B569091}"/>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b="21667"/>
          <a:stretch/>
        </p:blipFill>
        <p:spPr>
          <a:xfrm rot="5400000">
            <a:off x="-742950" y="742950"/>
            <a:ext cx="6858000" cy="5372100"/>
          </a:xfrm>
          <a:prstGeom prst="rect">
            <a:avLst/>
          </a:prstGeom>
        </p:spPr>
      </p:pic>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5372100" y="892175"/>
            <a:ext cx="3461659" cy="5073650"/>
          </a:xfrm>
          <a:effectLst/>
        </p:spPr>
        <p:txBody>
          <a:bodyPr anchor="ctr">
            <a:normAutofit/>
          </a:bodyPr>
          <a:lstStyle>
            <a:lvl1pPr marL="0" indent="0" algn="ctr">
              <a:spcAft>
                <a:spcPts val="600"/>
              </a:spcAft>
              <a:buNone/>
              <a:defRPr sz="2400">
                <a:solidFill>
                  <a:schemeClr val="tx2"/>
                </a:solidFill>
              </a:defRPr>
            </a:lvl1pPr>
            <a:lvl2pPr marL="228600" indent="0" algn="ctr">
              <a:spcAft>
                <a:spcPts val="600"/>
              </a:spcAft>
              <a:buNone/>
              <a:defRPr sz="2000">
                <a:solidFill>
                  <a:schemeClr val="tx2"/>
                </a:solidFill>
              </a:defRPr>
            </a:lvl2pPr>
            <a:lvl3pPr marL="457200" indent="0" algn="ctr">
              <a:spcAft>
                <a:spcPts val="600"/>
              </a:spcAft>
              <a:buNone/>
              <a:defRPr sz="2000">
                <a:solidFill>
                  <a:schemeClr val="tx2"/>
                </a:solidFill>
              </a:defRPr>
            </a:lvl3pPr>
            <a:lvl4pPr marL="685800" indent="0" algn="ctr">
              <a:spcAft>
                <a:spcPts val="600"/>
              </a:spcAft>
              <a:buNone/>
              <a:defRPr sz="2000">
                <a:solidFill>
                  <a:schemeClr val="tx2"/>
                </a:solidFill>
              </a:defRPr>
            </a:lvl4pPr>
            <a:lvl5pPr marL="914400" indent="0" algn="ctr">
              <a:spcAft>
                <a:spcPts val="600"/>
              </a:spcAft>
              <a:buNone/>
              <a:defRPr sz="20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5141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1">
    <p:bg>
      <p:bgPr>
        <a:solidFill>
          <a:schemeClr val="bg1">
            <a:lumMod val="95000"/>
          </a:schemeClr>
        </a:solidFill>
        <a:effectLst/>
      </p:bgPr>
    </p:bg>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EE62E882-4E93-85DF-DE0B-6F64263A3BBA}"/>
              </a:ext>
            </a:extLst>
          </p:cNvPr>
          <p:cNvSpPr>
            <a:spLocks noGrp="1"/>
          </p:cNvSpPr>
          <p:nvPr>
            <p:ph type="pic" sz="quarter" idx="10"/>
          </p:nvPr>
        </p:nvSpPr>
        <p:spPr>
          <a:xfrm>
            <a:off x="2" y="0"/>
            <a:ext cx="12191999" cy="6858000"/>
          </a:xfrm>
          <a:custGeom>
            <a:avLst/>
            <a:gdLst>
              <a:gd name="connsiteX0" fmla="*/ 9664698 w 12191999"/>
              <a:gd name="connsiteY0" fmla="*/ 0 h 6858000"/>
              <a:gd name="connsiteX1" fmla="*/ 12191999 w 12191999"/>
              <a:gd name="connsiteY1" fmla="*/ 0 h 6858000"/>
              <a:gd name="connsiteX2" fmla="*/ 12191999 w 12191999"/>
              <a:gd name="connsiteY2" fmla="*/ 6858000 h 6858000"/>
              <a:gd name="connsiteX3" fmla="*/ 9664698 w 12191999"/>
              <a:gd name="connsiteY3" fmla="*/ 6858000 h 6858000"/>
              <a:gd name="connsiteX4" fmla="*/ 0 w 12191999"/>
              <a:gd name="connsiteY4" fmla="*/ 0 h 6858000"/>
              <a:gd name="connsiteX5" fmla="*/ 2551176 w 12191999"/>
              <a:gd name="connsiteY5" fmla="*/ 0 h 6858000"/>
              <a:gd name="connsiteX6" fmla="*/ 2551176 w 12191999"/>
              <a:gd name="connsiteY6" fmla="*/ 6858000 h 6858000"/>
              <a:gd name="connsiteX7" fmla="*/ 0 w 12191999"/>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6858000">
                <a:moveTo>
                  <a:pt x="9664698" y="0"/>
                </a:moveTo>
                <a:lnTo>
                  <a:pt x="12191999" y="0"/>
                </a:lnTo>
                <a:lnTo>
                  <a:pt x="12191999" y="6858000"/>
                </a:lnTo>
                <a:lnTo>
                  <a:pt x="9664698" y="6858000"/>
                </a:lnTo>
                <a:close/>
                <a:moveTo>
                  <a:pt x="0" y="0"/>
                </a:moveTo>
                <a:lnTo>
                  <a:pt x="2551176" y="0"/>
                </a:lnTo>
                <a:lnTo>
                  <a:pt x="2551176" y="6858000"/>
                </a:lnTo>
                <a:lnTo>
                  <a:pt x="0" y="6858000"/>
                </a:ln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47287"/>
            <a:ext cx="7156415" cy="3363427"/>
          </a:xfrm>
        </p:spPr>
        <p:txBody>
          <a:bodyPr tIns="0" bIns="0" anchor="ctr">
            <a:noAutofit/>
          </a:bodyPr>
          <a:lstStyle>
            <a:lvl1pPr algn="ctr">
              <a:defRPr sz="4400">
                <a:solidFill>
                  <a:schemeClr val="tx2"/>
                </a:solidFill>
              </a:defRPr>
            </a:lvl1pPr>
          </a:lstStyle>
          <a:p>
            <a:r>
              <a:rPr lang="en-US" dirty="0"/>
              <a:t>Click to Add title</a:t>
            </a:r>
          </a:p>
        </p:txBody>
      </p:sp>
    </p:spTree>
    <p:extLst>
      <p:ext uri="{BB962C8B-B14F-4D97-AF65-F5344CB8AC3E}">
        <p14:creationId xmlns:p14="http://schemas.microsoft.com/office/powerpoint/2010/main" val="12547609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2">
    <p:bg>
      <p:bgPr>
        <a:solidFill>
          <a:schemeClr val="bg1">
            <a:lumMod val="95000"/>
          </a:schemeClr>
        </a:solidFill>
        <a:effectLst/>
      </p:bgPr>
    </p:bg>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FCB7CBB1-8DA1-E416-2554-28C331D0AF54}"/>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 b="47888"/>
          <a:stretch/>
        </p:blipFill>
        <p:spPr>
          <a:xfrm rot="16200000">
            <a:off x="6976110" y="1642110"/>
            <a:ext cx="6858000" cy="3573780"/>
          </a:xfrm>
          <a:prstGeom prst="rect">
            <a:avLst/>
          </a:prstGeom>
        </p:spPr>
      </p:pic>
      <p:pic>
        <p:nvPicPr>
          <p:cNvPr id="13" name="Graphic 12">
            <a:extLst>
              <a:ext uri="{FF2B5EF4-FFF2-40B4-BE49-F238E27FC236}">
                <a16:creationId xmlns:a16="http://schemas.microsoft.com/office/drawing/2014/main" id="{1E442E8B-94A4-D6CF-E77C-A046400CB56F}"/>
              </a:ext>
              <a:ext uri="{C183D7F6-B498-43B3-948B-1728B52AA6E4}">
                <adec:decorative xmlns:adec="http://schemas.microsoft.com/office/drawing/2017/decorative" val="1"/>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t="1" b="47888"/>
          <a:stretch/>
        </p:blipFill>
        <p:spPr>
          <a:xfrm rot="5400000">
            <a:off x="-1718310" y="1646872"/>
            <a:ext cx="6858000" cy="3573780"/>
          </a:xfrm>
          <a:prstGeom prst="rect">
            <a:avLst/>
          </a:prstGeom>
        </p:spPr>
      </p:pic>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6" name="Straight Connector 5">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userDrawn="1"/>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userDrawn="1"/>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17EEDCF-A8F9-709D-CE34-6E183D26C2C2}"/>
              </a:ext>
            </a:extLst>
          </p:cNvPr>
          <p:cNvSpPr>
            <a:spLocks noGrp="1"/>
          </p:cNvSpPr>
          <p:nvPr>
            <p:ph type="title"/>
          </p:nvPr>
        </p:nvSpPr>
        <p:spPr>
          <a:xfrm>
            <a:off x="2527301" y="1786422"/>
            <a:ext cx="7156415" cy="2260117"/>
          </a:xfrm>
        </p:spPr>
        <p:txBody>
          <a:bodyPr tIns="0" bIns="0" anchor="b">
            <a:noAutofit/>
          </a:bodyPr>
          <a:lstStyle>
            <a:lvl1pPr algn="ctr">
              <a:defRPr sz="4400">
                <a:solidFill>
                  <a:schemeClr val="tx2"/>
                </a:solidFill>
              </a:defRPr>
            </a:lvl1pPr>
          </a:lstStyle>
          <a:p>
            <a:r>
              <a:rPr lang="en-US"/>
              <a:t>Click to edit Master title style</a:t>
            </a:r>
            <a:endParaRPr lang="en-US" dirty="0"/>
          </a:p>
        </p:txBody>
      </p:sp>
      <p:sp>
        <p:nvSpPr>
          <p:cNvPr id="3" name="Text Placeholder 3">
            <a:extLst>
              <a:ext uri="{FF2B5EF4-FFF2-40B4-BE49-F238E27FC236}">
                <a16:creationId xmlns:a16="http://schemas.microsoft.com/office/drawing/2014/main" id="{CC0E72D9-C2D7-3452-FBEB-5506D3211809}"/>
              </a:ext>
            </a:extLst>
          </p:cNvPr>
          <p:cNvSpPr>
            <a:spLocks noGrp="1"/>
          </p:cNvSpPr>
          <p:nvPr>
            <p:ph type="body" sz="quarter" idx="15" hasCustomPrompt="1"/>
          </p:nvPr>
        </p:nvSpPr>
        <p:spPr>
          <a:xfrm>
            <a:off x="2527299" y="4145100"/>
            <a:ext cx="7137395" cy="735012"/>
          </a:xfrm>
        </p:spPr>
        <p:txBody>
          <a:bodyPr anchor="ctr">
            <a:normAutofit/>
          </a:bodyPr>
          <a:lstStyle>
            <a:lvl1pPr marL="0" indent="0" algn="ctr">
              <a:buNone/>
              <a:defRPr sz="240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add subtitle</a:t>
            </a:r>
          </a:p>
        </p:txBody>
      </p:sp>
    </p:spTree>
    <p:extLst>
      <p:ext uri="{BB962C8B-B14F-4D97-AF65-F5344CB8AC3E}">
        <p14:creationId xmlns:p14="http://schemas.microsoft.com/office/powerpoint/2010/main" val="3488264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bg>
      <p:bgPr>
        <a:solidFill>
          <a:schemeClr val="bg1">
            <a:lumMod val="95000"/>
          </a:schemeClr>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6617646-6AF6-94B0-E660-98BCAC61F95F}"/>
              </a:ext>
              <a:ext uri="{C183D7F6-B498-43B3-948B-1728B52AA6E4}">
                <adec:decorative xmlns:adec="http://schemas.microsoft.com/office/drawing/2017/decorative" val="1"/>
              </a:ext>
            </a:extLst>
          </p:cNvPr>
          <p:cNvSpPr/>
          <p:nvPr userDrawn="1"/>
        </p:nvSpPr>
        <p:spPr>
          <a:xfrm>
            <a:off x="1" y="0"/>
            <a:ext cx="4405568"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4851400" y="892175"/>
            <a:ext cx="6617592" cy="5073650"/>
          </a:xfrm>
          <a:effectLst/>
        </p:spPr>
        <p:txBody>
          <a:bodyPr anchor="ctr">
            <a:normAutofit/>
          </a:bodyPr>
          <a:lstStyle>
            <a:lvl1pPr marL="0" indent="0" algn="l">
              <a:spcAft>
                <a:spcPts val="1200"/>
              </a:spcAft>
              <a:buNone/>
              <a:defRPr sz="1800">
                <a:solidFill>
                  <a:schemeClr val="tx2"/>
                </a:solidFill>
              </a:defRPr>
            </a:lvl1pPr>
            <a:lvl2pPr marL="228600" indent="0" algn="l">
              <a:spcAft>
                <a:spcPts val="1200"/>
              </a:spcAft>
              <a:buNone/>
              <a:defRPr sz="1800">
                <a:solidFill>
                  <a:schemeClr val="tx2"/>
                </a:solidFill>
              </a:defRPr>
            </a:lvl2pPr>
            <a:lvl3pPr marL="457200" indent="0" algn="l">
              <a:spcAft>
                <a:spcPts val="1200"/>
              </a:spcAft>
              <a:buNone/>
              <a:defRPr sz="1800">
                <a:solidFill>
                  <a:schemeClr val="tx2"/>
                </a:solidFill>
              </a:defRPr>
            </a:lvl3pPr>
            <a:lvl4pPr marL="685800" indent="0" algn="l">
              <a:spcAft>
                <a:spcPts val="1200"/>
              </a:spcAft>
              <a:buNone/>
              <a:defRPr sz="1800">
                <a:solidFill>
                  <a:schemeClr val="tx2"/>
                </a:solidFill>
              </a:defRPr>
            </a:lvl4pPr>
            <a:lvl5pPr marL="914400" indent="0" algn="l">
              <a:spcAft>
                <a:spcPts val="1200"/>
              </a:spcAft>
              <a:buNone/>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88167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3">
    <p:bg>
      <p:bgPr>
        <a:solidFill>
          <a:schemeClr val="bg1">
            <a:lumMod val="95000"/>
          </a:schemeClr>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9177A207-9B85-52B8-8ED0-3616C76742AD}"/>
              </a:ext>
            </a:extLst>
          </p:cNvPr>
          <p:cNvSpPr>
            <a:spLocks noGrp="1"/>
          </p:cNvSpPr>
          <p:nvPr>
            <p:ph type="pic" sz="quarter" idx="16"/>
          </p:nvPr>
        </p:nvSpPr>
        <p:spPr>
          <a:xfrm>
            <a:off x="0" y="0"/>
            <a:ext cx="12192000" cy="6858000"/>
          </a:xfrm>
          <a:custGeom>
            <a:avLst/>
            <a:gdLst>
              <a:gd name="connsiteX0" fmla="*/ 0 w 12192000"/>
              <a:gd name="connsiteY0" fmla="*/ 3086100 h 6858000"/>
              <a:gd name="connsiteX1" fmla="*/ 4375405 w 12192000"/>
              <a:gd name="connsiteY1" fmla="*/ 6858000 h 6858000"/>
              <a:gd name="connsiteX2" fmla="*/ 0 w 12192000"/>
              <a:gd name="connsiteY2" fmla="*/ 6858000 h 6858000"/>
              <a:gd name="connsiteX3" fmla="*/ 7816598 w 12192000"/>
              <a:gd name="connsiteY3" fmla="*/ 0 h 6858000"/>
              <a:gd name="connsiteX4" fmla="*/ 12192000 w 12192000"/>
              <a:gd name="connsiteY4" fmla="*/ 0 h 6858000"/>
              <a:gd name="connsiteX5" fmla="*/ 12192000 w 12192000"/>
              <a:gd name="connsiteY5" fmla="*/ 377189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6858000">
                <a:moveTo>
                  <a:pt x="0" y="3086100"/>
                </a:moveTo>
                <a:lnTo>
                  <a:pt x="4375405" y="6858000"/>
                </a:lnTo>
                <a:lnTo>
                  <a:pt x="0" y="6858000"/>
                </a:lnTo>
                <a:close/>
                <a:moveTo>
                  <a:pt x="7816598" y="0"/>
                </a:moveTo>
                <a:lnTo>
                  <a:pt x="12192000" y="0"/>
                </a:lnTo>
                <a:lnTo>
                  <a:pt x="12192000" y="3771898"/>
                </a:lnTo>
                <a:close/>
              </a:path>
            </a:pathLst>
          </a:custGeom>
        </p:spPr>
        <p:txBody>
          <a:bodyPr wrap="square">
            <a:noAutofit/>
          </a:bodyPr>
          <a:lstStyle/>
          <a:p>
            <a:endParaRPr lang="en-US"/>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86421"/>
            <a:ext cx="7156415" cy="2258568"/>
          </a:xfrm>
        </p:spPr>
        <p:txBody>
          <a:bodyPr tIns="0" bIns="0" anchor="b">
            <a:noAutofit/>
          </a:bodyPr>
          <a:lstStyle>
            <a:lvl1pPr algn="ctr">
              <a:defRPr sz="4400">
                <a:solidFill>
                  <a:schemeClr val="tx2"/>
                </a:solidFill>
              </a:defRPr>
            </a:lvl1pPr>
          </a:lstStyle>
          <a:p>
            <a:r>
              <a:rPr lang="en-US" dirty="0"/>
              <a:t>Click to Add title</a:t>
            </a:r>
          </a:p>
        </p:txBody>
      </p:sp>
      <p:sp>
        <p:nvSpPr>
          <p:cNvPr id="4" name="Text Placeholder 3">
            <a:extLst>
              <a:ext uri="{FF2B5EF4-FFF2-40B4-BE49-F238E27FC236}">
                <a16:creationId xmlns:a16="http://schemas.microsoft.com/office/drawing/2014/main" id="{F7745489-5B17-0977-F512-70D9A108715B}"/>
              </a:ext>
            </a:extLst>
          </p:cNvPr>
          <p:cNvSpPr>
            <a:spLocks noGrp="1"/>
          </p:cNvSpPr>
          <p:nvPr>
            <p:ph type="body" sz="quarter" idx="15" hasCustomPrompt="1"/>
          </p:nvPr>
        </p:nvSpPr>
        <p:spPr>
          <a:xfrm>
            <a:off x="2527299" y="4142232"/>
            <a:ext cx="7156415" cy="735012"/>
          </a:xfrm>
        </p:spPr>
        <p:txBody>
          <a:bodyPr anchor="ctr">
            <a:normAutofit/>
          </a:bodyPr>
          <a:lstStyle>
            <a:lvl1pPr marL="0" indent="0" algn="ctr">
              <a:buNone/>
              <a:defRPr sz="2400">
                <a:solidFill>
                  <a:schemeClr val="tx2"/>
                </a:solidFill>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dirty="0"/>
              <a:t>Click to add subtitle</a:t>
            </a:r>
          </a:p>
        </p:txBody>
      </p:sp>
    </p:spTree>
    <p:extLst>
      <p:ext uri="{BB962C8B-B14F-4D97-AF65-F5344CB8AC3E}">
        <p14:creationId xmlns:p14="http://schemas.microsoft.com/office/powerpoint/2010/main" val="906157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bg1">
            <a:lumMod val="95000"/>
          </a:schemeClr>
        </a:solidFill>
        <a:effectLst/>
      </p:bgPr>
    </p:bg>
    <p:spTree>
      <p:nvGrpSpPr>
        <p:cNvPr id="1" name=""/>
        <p:cNvGrpSpPr/>
        <p:nvPr/>
      </p:nvGrpSpPr>
      <p:grpSpPr>
        <a:xfrm>
          <a:off x="0" y="0"/>
          <a:ext cx="0" cy="0"/>
          <a:chOff x="0" y="0"/>
          <a:chExt cx="0" cy="0"/>
        </a:xfrm>
      </p:grpSpPr>
      <p:sp>
        <p:nvSpPr>
          <p:cNvPr id="39" name="Freeform: Shape 38">
            <a:extLst>
              <a:ext uri="{FF2B5EF4-FFF2-40B4-BE49-F238E27FC236}">
                <a16:creationId xmlns:a16="http://schemas.microsoft.com/office/drawing/2014/main" id="{45346F93-664A-16A2-A824-FBB5F60B0938}"/>
              </a:ext>
              <a:ext uri="{C183D7F6-B498-43B3-948B-1728B52AA6E4}">
                <adec:decorative xmlns:adec="http://schemas.microsoft.com/office/drawing/2017/decorative" val="1"/>
              </a:ext>
            </a:extLst>
          </p:cNvPr>
          <p:cNvSpPr/>
          <p:nvPr userDrawn="1"/>
        </p:nvSpPr>
        <p:spPr>
          <a:xfrm>
            <a:off x="0" y="0"/>
            <a:ext cx="3987468" cy="6858000"/>
          </a:xfrm>
          <a:custGeom>
            <a:avLst/>
            <a:gdLst>
              <a:gd name="connsiteX0" fmla="*/ 0 w 3987468"/>
              <a:gd name="connsiteY0" fmla="*/ 0 h 6858000"/>
              <a:gd name="connsiteX1" fmla="*/ 2450595 w 3987468"/>
              <a:gd name="connsiteY1" fmla="*/ 0 h 6858000"/>
              <a:gd name="connsiteX2" fmla="*/ 2774950 w 3987468"/>
              <a:gd name="connsiteY2" fmla="*/ 0 h 6858000"/>
              <a:gd name="connsiteX3" fmla="*/ 3146901 w 3987468"/>
              <a:gd name="connsiteY3" fmla="*/ 0 h 6858000"/>
              <a:gd name="connsiteX4" fmla="*/ 3152237 w 3987468"/>
              <a:gd name="connsiteY4" fmla="*/ 1372 h 6858000"/>
              <a:gd name="connsiteX5" fmla="*/ 3987468 w 3987468"/>
              <a:gd name="connsiteY5" fmla="*/ 1136650 h 6858000"/>
              <a:gd name="connsiteX6" fmla="*/ 3261452 w 3987468"/>
              <a:gd name="connsiteY6" fmla="*/ 2231955 h 6858000"/>
              <a:gd name="connsiteX7" fmla="*/ 3097572 w 3987468"/>
              <a:gd name="connsiteY7" fmla="*/ 2282826 h 6858000"/>
              <a:gd name="connsiteX8" fmla="*/ 3261452 w 3987468"/>
              <a:gd name="connsiteY8" fmla="*/ 2333697 h 6858000"/>
              <a:gd name="connsiteX9" fmla="*/ 3987468 w 3987468"/>
              <a:gd name="connsiteY9" fmla="*/ 3429001 h 6858000"/>
              <a:gd name="connsiteX10" fmla="*/ 3261452 w 3987468"/>
              <a:gd name="connsiteY10" fmla="*/ 4524306 h 6858000"/>
              <a:gd name="connsiteX11" fmla="*/ 3097574 w 3987468"/>
              <a:gd name="connsiteY11" fmla="*/ 4575176 h 6858000"/>
              <a:gd name="connsiteX12" fmla="*/ 3261452 w 3987468"/>
              <a:gd name="connsiteY12" fmla="*/ 4626047 h 6858000"/>
              <a:gd name="connsiteX13" fmla="*/ 3987468 w 3987468"/>
              <a:gd name="connsiteY13" fmla="*/ 5721351 h 6858000"/>
              <a:gd name="connsiteX14" fmla="*/ 3152237 w 3987468"/>
              <a:gd name="connsiteY14" fmla="*/ 6856629 h 6858000"/>
              <a:gd name="connsiteX15" fmla="*/ 3146905 w 3987468"/>
              <a:gd name="connsiteY15" fmla="*/ 6858000 h 6858000"/>
              <a:gd name="connsiteX16" fmla="*/ 2774950 w 3987468"/>
              <a:gd name="connsiteY16" fmla="*/ 6858000 h 6858000"/>
              <a:gd name="connsiteX17" fmla="*/ 2450591 w 3987468"/>
              <a:gd name="connsiteY17" fmla="*/ 6858000 h 6858000"/>
              <a:gd name="connsiteX18" fmla="*/ 0 w 3987468"/>
              <a:gd name="connsiteY1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987468" h="6858000">
                <a:moveTo>
                  <a:pt x="0" y="0"/>
                </a:moveTo>
                <a:lnTo>
                  <a:pt x="2450595" y="0"/>
                </a:lnTo>
                <a:lnTo>
                  <a:pt x="2774950" y="0"/>
                </a:lnTo>
                <a:lnTo>
                  <a:pt x="3146901" y="0"/>
                </a:lnTo>
                <a:lnTo>
                  <a:pt x="3152237" y="1372"/>
                </a:lnTo>
                <a:cubicBezTo>
                  <a:pt x="3636128" y="151878"/>
                  <a:pt x="3987468" y="603234"/>
                  <a:pt x="3987468" y="1136650"/>
                </a:cubicBezTo>
                <a:cubicBezTo>
                  <a:pt x="3987468" y="1629034"/>
                  <a:pt x="3688101" y="2051497"/>
                  <a:pt x="3261452" y="2231955"/>
                </a:cubicBezTo>
                <a:lnTo>
                  <a:pt x="3097572" y="2282826"/>
                </a:lnTo>
                <a:lnTo>
                  <a:pt x="3261452" y="2333697"/>
                </a:lnTo>
                <a:cubicBezTo>
                  <a:pt x="3688101" y="2514154"/>
                  <a:pt x="3987468" y="2936617"/>
                  <a:pt x="3987468" y="3429001"/>
                </a:cubicBezTo>
                <a:cubicBezTo>
                  <a:pt x="3987468" y="3921385"/>
                  <a:pt x="3688101" y="4343848"/>
                  <a:pt x="3261452" y="4524306"/>
                </a:cubicBezTo>
                <a:lnTo>
                  <a:pt x="3097574" y="4575176"/>
                </a:lnTo>
                <a:lnTo>
                  <a:pt x="3261452" y="4626047"/>
                </a:lnTo>
                <a:cubicBezTo>
                  <a:pt x="3688101" y="4806504"/>
                  <a:pt x="3987468" y="5228967"/>
                  <a:pt x="3987468" y="5721351"/>
                </a:cubicBezTo>
                <a:cubicBezTo>
                  <a:pt x="3987468" y="6254767"/>
                  <a:pt x="3636128" y="6706123"/>
                  <a:pt x="3152237" y="6856629"/>
                </a:cubicBezTo>
                <a:lnTo>
                  <a:pt x="3146905" y="6858000"/>
                </a:lnTo>
                <a:lnTo>
                  <a:pt x="2774950" y="6858000"/>
                </a:lnTo>
                <a:lnTo>
                  <a:pt x="2450591" y="6858000"/>
                </a:lnTo>
                <a:lnTo>
                  <a:pt x="0" y="685800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465411" y="765810"/>
            <a:ext cx="7029933" cy="2471470"/>
          </a:xfrm>
        </p:spPr>
        <p:txBody>
          <a:bodyPr>
            <a:normAutofit/>
          </a:bodyPr>
          <a:lstStyle>
            <a:lvl1pPr marL="0" indent="0">
              <a:spcAft>
                <a:spcPts val="600"/>
              </a:spcAft>
              <a:buNone/>
              <a:defRPr sz="1800">
                <a:solidFill>
                  <a:schemeClr val="tx2"/>
                </a:solidFill>
              </a:defRPr>
            </a:lvl1pPr>
            <a:lvl2pPr marL="228600">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4465411" y="3599130"/>
            <a:ext cx="7029933" cy="2471470"/>
          </a:xfrm>
        </p:spPr>
        <p:txBody>
          <a:bodyPr>
            <a:normAutofit/>
          </a:bodyPr>
          <a:lstStyle>
            <a:lvl1pPr marL="0" indent="0">
              <a:spcAft>
                <a:spcPts val="600"/>
              </a:spcAft>
              <a:buNone/>
              <a:defRPr sz="1800">
                <a:solidFill>
                  <a:schemeClr val="tx2"/>
                </a:solidFill>
              </a:defRPr>
            </a:lvl1pPr>
            <a:lvl2pPr marL="228600">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1134033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lumMod val="95000"/>
          </a:schemeClr>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A06B8E3C-9527-FBC2-184C-8D90C4520973}"/>
              </a:ext>
              <a:ext uri="{C183D7F6-B498-43B3-948B-1728B52AA6E4}">
                <adec:decorative xmlns:adec="http://schemas.microsoft.com/office/drawing/2017/decorative" val="1"/>
              </a:ext>
            </a:extLst>
          </p:cNvPr>
          <p:cNvSpPr/>
          <p:nvPr userDrawn="1"/>
        </p:nvSpPr>
        <p:spPr>
          <a:xfrm>
            <a:off x="0" y="-29052"/>
            <a:ext cx="3634741" cy="6949440"/>
          </a:xfrm>
          <a:custGeom>
            <a:avLst/>
            <a:gdLst>
              <a:gd name="connsiteX0" fmla="*/ 160021 w 3634741"/>
              <a:gd name="connsiteY0" fmla="*/ 0 h 6949440"/>
              <a:gd name="connsiteX1" fmla="*/ 3634741 w 3634741"/>
              <a:gd name="connsiteY1" fmla="*/ 3474720 h 6949440"/>
              <a:gd name="connsiteX2" fmla="*/ 160021 w 3634741"/>
              <a:gd name="connsiteY2" fmla="*/ 6949440 h 6949440"/>
              <a:gd name="connsiteX3" fmla="*/ 0 w 3634741"/>
              <a:gd name="connsiteY3" fmla="*/ 6941360 h 6949440"/>
              <a:gd name="connsiteX4" fmla="*/ 0 w 3634741"/>
              <a:gd name="connsiteY4" fmla="*/ 8081 h 6949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4741" h="6949440">
                <a:moveTo>
                  <a:pt x="160021" y="0"/>
                </a:moveTo>
                <a:cubicBezTo>
                  <a:pt x="2079056" y="0"/>
                  <a:pt x="3634741" y="1555685"/>
                  <a:pt x="3634741" y="3474720"/>
                </a:cubicBezTo>
                <a:cubicBezTo>
                  <a:pt x="3634741" y="5393755"/>
                  <a:pt x="2079056" y="6949440"/>
                  <a:pt x="160021" y="6949440"/>
                </a:cubicBezTo>
                <a:lnTo>
                  <a:pt x="0" y="6941360"/>
                </a:lnTo>
                <a:lnTo>
                  <a:pt x="0" y="8081"/>
                </a:lnTo>
                <a:close/>
              </a:path>
            </a:pathLst>
          </a:cu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080572" y="1483837"/>
            <a:ext cx="2929829" cy="3890326"/>
          </a:xfrm>
        </p:spPr>
        <p:txBody>
          <a:bodyPr>
            <a:normAutofit/>
          </a:bodyPr>
          <a:lstStyle>
            <a:lvl1pPr marL="285750" indent="-285750">
              <a:spcAft>
                <a:spcPts val="600"/>
              </a:spcAft>
              <a:buFont typeface="Arial" panose="020B0604020202020204" pitchFamily="34" charset="0"/>
              <a:buChar char="•"/>
              <a:defRPr sz="1800">
                <a:solidFill>
                  <a:schemeClr val="tx2"/>
                </a:solidFill>
              </a:defRPr>
            </a:lvl1pPr>
            <a:lvl2pPr marL="514350" indent="-285750">
              <a:spcAft>
                <a:spcPts val="600"/>
              </a:spcAft>
              <a:buFont typeface="Arial" panose="020B0604020202020204" pitchFamily="34" charset="0"/>
              <a:buChar char="•"/>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7261226" y="1483837"/>
            <a:ext cx="4234117" cy="3890326"/>
          </a:xfrm>
        </p:spPr>
        <p:txBody>
          <a:bodyPr>
            <a:normAutofit/>
          </a:bodyPr>
          <a:lstStyle>
            <a:lvl1pPr marL="0" indent="0">
              <a:spcAft>
                <a:spcPts val="600"/>
              </a:spcAft>
              <a:buFont typeface="Arial" panose="020B0604020202020204" pitchFamily="34" charset="0"/>
              <a:buNone/>
              <a:defRPr sz="1800">
                <a:solidFill>
                  <a:schemeClr val="tx2"/>
                </a:solidFill>
              </a:defRPr>
            </a:lvl1pPr>
            <a:lvl2pPr marL="283464" indent="-283464">
              <a:spcAft>
                <a:spcPts val="600"/>
              </a:spcAft>
              <a:buFont typeface="Arial" panose="020B0604020202020204" pitchFamily="34" charset="0"/>
              <a:buChar char="•"/>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3386450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bg1">
            <a:lumMod val="95000"/>
          </a:schemeClr>
        </a:solidFill>
        <a:effectLst/>
      </p:bgPr>
    </p:bg>
    <p:spTree>
      <p:nvGrpSpPr>
        <p:cNvPr id="1" name=""/>
        <p:cNvGrpSpPr/>
        <p:nvPr/>
      </p:nvGrpSpPr>
      <p:grpSpPr>
        <a:xfrm>
          <a:off x="0" y="0"/>
          <a:ext cx="0" cy="0"/>
          <a:chOff x="0" y="0"/>
          <a:chExt cx="0" cy="0"/>
        </a:xfrm>
      </p:grpSpPr>
      <p:sp>
        <p:nvSpPr>
          <p:cNvPr id="3" name="Freeform: Shape 2">
            <a:extLst>
              <a:ext uri="{FF2B5EF4-FFF2-40B4-BE49-F238E27FC236}">
                <a16:creationId xmlns:a16="http://schemas.microsoft.com/office/drawing/2014/main" id="{3D9E1A91-D555-1AE6-2CDF-324AF09F213D}"/>
              </a:ext>
              <a:ext uri="{C183D7F6-B498-43B3-948B-1728B52AA6E4}">
                <adec:decorative xmlns:adec="http://schemas.microsoft.com/office/drawing/2017/decorative" val="1"/>
              </a:ext>
            </a:extLst>
          </p:cNvPr>
          <p:cNvSpPr/>
          <p:nvPr userDrawn="1"/>
        </p:nvSpPr>
        <p:spPr>
          <a:xfrm>
            <a:off x="0" y="-29052"/>
            <a:ext cx="3634741" cy="6949440"/>
          </a:xfrm>
          <a:custGeom>
            <a:avLst/>
            <a:gdLst>
              <a:gd name="connsiteX0" fmla="*/ 160021 w 3634741"/>
              <a:gd name="connsiteY0" fmla="*/ 0 h 6949440"/>
              <a:gd name="connsiteX1" fmla="*/ 3634741 w 3634741"/>
              <a:gd name="connsiteY1" fmla="*/ 3474720 h 6949440"/>
              <a:gd name="connsiteX2" fmla="*/ 160021 w 3634741"/>
              <a:gd name="connsiteY2" fmla="*/ 6949440 h 6949440"/>
              <a:gd name="connsiteX3" fmla="*/ 0 w 3634741"/>
              <a:gd name="connsiteY3" fmla="*/ 6941360 h 6949440"/>
              <a:gd name="connsiteX4" fmla="*/ 0 w 3634741"/>
              <a:gd name="connsiteY4" fmla="*/ 8081 h 69494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34741" h="6949440">
                <a:moveTo>
                  <a:pt x="160021" y="0"/>
                </a:moveTo>
                <a:cubicBezTo>
                  <a:pt x="2079056" y="0"/>
                  <a:pt x="3634741" y="1555685"/>
                  <a:pt x="3634741" y="3474720"/>
                </a:cubicBezTo>
                <a:cubicBezTo>
                  <a:pt x="3634741" y="5393755"/>
                  <a:pt x="2079056" y="6949440"/>
                  <a:pt x="160021" y="6949440"/>
                </a:cubicBezTo>
                <a:lnTo>
                  <a:pt x="0" y="6941360"/>
                </a:lnTo>
                <a:lnTo>
                  <a:pt x="0" y="8081"/>
                </a:lnTo>
                <a:close/>
              </a:path>
            </a:pathLst>
          </a:cu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5" name="Slide Number Placeholder 4">
            <a:extLst>
              <a:ext uri="{FF2B5EF4-FFF2-40B4-BE49-F238E27FC236}">
                <a16:creationId xmlns:a16="http://schemas.microsoft.com/office/drawing/2014/main" id="{540552D2-6E8F-FBA4-5AAD-121E6FDF38F3}"/>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7" name="Content Placeholder 6">
            <a:extLst>
              <a:ext uri="{FF2B5EF4-FFF2-40B4-BE49-F238E27FC236}">
                <a16:creationId xmlns:a16="http://schemas.microsoft.com/office/drawing/2014/main" id="{1607AAD3-3E7E-4AA4-9B8A-E76C79C5D091}"/>
              </a:ext>
            </a:extLst>
          </p:cNvPr>
          <p:cNvSpPr>
            <a:spLocks noGrp="1"/>
          </p:cNvSpPr>
          <p:nvPr>
            <p:ph sz="quarter" idx="13" hasCustomPrompt="1"/>
          </p:nvPr>
        </p:nvSpPr>
        <p:spPr>
          <a:xfrm>
            <a:off x="4108481" y="892176"/>
            <a:ext cx="4578319" cy="5073648"/>
          </a:xfrm>
          <a:effectLst/>
        </p:spPr>
        <p:txBody>
          <a:bodyPr anchor="ctr">
            <a:normAutofit/>
          </a:bodyPr>
          <a:lstStyle>
            <a:lvl1pPr marL="0" indent="0" algn="l">
              <a:spcAft>
                <a:spcPts val="1200"/>
              </a:spcAft>
              <a:buNone/>
              <a:defRPr sz="1800">
                <a:solidFill>
                  <a:schemeClr val="tx2"/>
                </a:solidFill>
              </a:defRPr>
            </a:lvl1pPr>
            <a:lvl2pPr marL="228600" indent="0" algn="l">
              <a:spcAft>
                <a:spcPts val="1200"/>
              </a:spcAft>
              <a:buNone/>
              <a:defRPr sz="1800">
                <a:solidFill>
                  <a:schemeClr val="tx2"/>
                </a:solidFill>
              </a:defRPr>
            </a:lvl2pPr>
            <a:lvl3pPr marL="457200" indent="0" algn="l">
              <a:spcAft>
                <a:spcPts val="1200"/>
              </a:spcAft>
              <a:buNone/>
              <a:defRPr sz="1800">
                <a:solidFill>
                  <a:schemeClr val="tx2"/>
                </a:solidFill>
              </a:defRPr>
            </a:lvl3pPr>
            <a:lvl4pPr marL="685800" indent="0" algn="l">
              <a:spcAft>
                <a:spcPts val="1200"/>
              </a:spcAft>
              <a:buNone/>
              <a:defRPr sz="1800">
                <a:solidFill>
                  <a:schemeClr val="tx2"/>
                </a:solidFill>
              </a:defRPr>
            </a:lvl4pPr>
            <a:lvl5pPr marL="914400" indent="0" algn="l">
              <a:spcAft>
                <a:spcPts val="1200"/>
              </a:spcAft>
              <a:buNone/>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Picture Placeholder 5">
            <a:extLst>
              <a:ext uri="{FF2B5EF4-FFF2-40B4-BE49-F238E27FC236}">
                <a16:creationId xmlns:a16="http://schemas.microsoft.com/office/drawing/2014/main" id="{3BE6FE2D-89F6-4F06-E60F-5C1CB044DC50}"/>
              </a:ext>
            </a:extLst>
          </p:cNvPr>
          <p:cNvSpPr>
            <a:spLocks noGrp="1"/>
          </p:cNvSpPr>
          <p:nvPr>
            <p:ph type="pic" sz="quarter" idx="14"/>
          </p:nvPr>
        </p:nvSpPr>
        <p:spPr>
          <a:xfrm>
            <a:off x="9042400" y="892176"/>
            <a:ext cx="2430462" cy="5073648"/>
          </a:xfrm>
        </p:spPr>
        <p:txBody>
          <a:bodyPr/>
          <a:lstStyle/>
          <a:p>
            <a:endParaRPr lang="en-US"/>
          </a:p>
        </p:txBody>
      </p:sp>
      <p:sp>
        <p:nvSpPr>
          <p:cNvPr id="20" name="Rectangle 19">
            <a:extLst>
              <a:ext uri="{FF2B5EF4-FFF2-40B4-BE49-F238E27FC236}">
                <a16:creationId xmlns:a16="http://schemas.microsoft.com/office/drawing/2014/main" id="{9C667425-5376-9A12-6412-4B63AC528F92}"/>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21" name="Straight Connector 20">
            <a:extLst>
              <a:ext uri="{FF2B5EF4-FFF2-40B4-BE49-F238E27FC236}">
                <a16:creationId xmlns:a16="http://schemas.microsoft.com/office/drawing/2014/main" id="{A1CB2DD8-1852-5728-5E46-28CF0864B9BE}"/>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1741730C-9E61-193C-BBD3-080BB83366EF}"/>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814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bg1">
            <a:lumMod val="95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996BC47-DB6B-4A01-6575-4D14CAEB30E1}"/>
              </a:ext>
              <a:ext uri="{C183D7F6-B498-43B3-948B-1728B52AA6E4}">
                <adec:decorative xmlns:adec="http://schemas.microsoft.com/office/drawing/2017/decorative" val="1"/>
              </a:ext>
            </a:extLst>
          </p:cNvPr>
          <p:cNvSpPr/>
          <p:nvPr userDrawn="1"/>
        </p:nvSpPr>
        <p:spPr>
          <a:xfrm>
            <a:off x="1" y="0"/>
            <a:ext cx="4405568" cy="6858000"/>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4851400" y="586740"/>
            <a:ext cx="6643944" cy="1653540"/>
          </a:xfrm>
        </p:spPr>
        <p:txBody>
          <a:bodyPr anchor="ctr">
            <a:normAutofit/>
          </a:bodyPr>
          <a:lstStyle>
            <a:lvl1pPr marL="285750" indent="-285750">
              <a:spcAft>
                <a:spcPts val="600"/>
              </a:spcAft>
              <a:buFont typeface="Arial" panose="020B0604020202020204" pitchFamily="34" charset="0"/>
              <a:buChar char="•"/>
              <a:defRPr sz="1800">
                <a:solidFill>
                  <a:schemeClr val="tx2"/>
                </a:solidFill>
              </a:defRPr>
            </a:lvl1pPr>
            <a:lvl2pPr marL="228600" indent="0">
              <a:spcAft>
                <a:spcPts val="600"/>
              </a:spcAft>
              <a:buNone/>
              <a:defRPr sz="1800">
                <a:solidFill>
                  <a:schemeClr val="tx2"/>
                </a:solidFill>
              </a:defRPr>
            </a:lvl2pPr>
            <a:lvl3pPr>
              <a:spcAft>
                <a:spcPts val="600"/>
              </a:spcAft>
              <a:defRPr sz="1800"/>
            </a:lvl3pPr>
            <a:lvl4pPr>
              <a:spcAft>
                <a:spcPts val="600"/>
              </a:spcAft>
              <a:defRPr sz="1800"/>
            </a:lvl4pPr>
            <a:lvl5pPr>
              <a:spcAft>
                <a:spcPts val="600"/>
              </a:spcAft>
              <a:defRPr sz="1800"/>
            </a:lvl5pPr>
          </a:lstStyle>
          <a:p>
            <a:pPr lvl="0"/>
            <a:r>
              <a:rPr lang="en-US" dirty="0"/>
              <a:t>Click to add content</a:t>
            </a:r>
          </a:p>
          <a:p>
            <a:pPr lvl="1"/>
            <a:r>
              <a:rPr lang="en-US" dirty="0"/>
              <a:t>Second level</a:t>
            </a:r>
          </a:p>
        </p:txBody>
      </p:sp>
      <p:sp>
        <p:nvSpPr>
          <p:cNvPr id="6" name="Table Placeholder 5">
            <a:extLst>
              <a:ext uri="{FF2B5EF4-FFF2-40B4-BE49-F238E27FC236}">
                <a16:creationId xmlns:a16="http://schemas.microsoft.com/office/drawing/2014/main" id="{BE81C174-B581-A6F3-A3B5-8072C0050E9C}"/>
              </a:ext>
            </a:extLst>
          </p:cNvPr>
          <p:cNvSpPr>
            <a:spLocks noGrp="1"/>
          </p:cNvSpPr>
          <p:nvPr>
            <p:ph type="tbl" sz="quarter" idx="13"/>
          </p:nvPr>
        </p:nvSpPr>
        <p:spPr>
          <a:xfrm>
            <a:off x="4851400" y="2495074"/>
            <a:ext cx="6643944" cy="3776186"/>
          </a:xfrm>
        </p:spPr>
        <p:txBody>
          <a:bodyPr/>
          <a:lstStyle>
            <a:lvl1pPr>
              <a:defRPr/>
            </a:lvl1pPr>
          </a:lstStyle>
          <a:p>
            <a:pPr marL="228600" marR="0" lvl="0" indent="-22860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Char char="•"/>
              <a:tabLst/>
              <a:defRPr/>
            </a:pPr>
            <a:r>
              <a:rPr lang="en-US"/>
              <a:t>Click icon to add table</a:t>
            </a:r>
            <a:endParaRPr lang="en-US" dirty="0"/>
          </a:p>
        </p:txBody>
      </p:sp>
    </p:spTree>
    <p:extLst>
      <p:ext uri="{BB962C8B-B14F-4D97-AF65-F5344CB8AC3E}">
        <p14:creationId xmlns:p14="http://schemas.microsoft.com/office/powerpoint/2010/main" val="29276468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bg1">
            <a:lumMod val="95000"/>
          </a:schemeClr>
        </a:solidFill>
        <a:effectLst/>
      </p:bgPr>
    </p:bg>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1287CC22-A7CC-E0D0-F44E-BA217E882E53}"/>
              </a:ext>
              <a:ext uri="{C183D7F6-B498-43B3-948B-1728B52AA6E4}">
                <adec:decorative xmlns:adec="http://schemas.microsoft.com/office/drawing/2017/decorative" val="1"/>
              </a:ext>
            </a:extLst>
          </p:cNvPr>
          <p:cNvSpPr/>
          <p:nvPr userDrawn="1"/>
        </p:nvSpPr>
        <p:spPr>
          <a:xfrm>
            <a:off x="0" y="0"/>
            <a:ext cx="6502400" cy="6858000"/>
          </a:xfrm>
          <a:prstGeom prst="rtTriangle">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dirty="0"/>
          </a:p>
        </p:txBody>
      </p:sp>
      <p:sp>
        <p:nvSpPr>
          <p:cNvPr id="17" name="Rectangle 16">
            <a:extLst>
              <a:ext uri="{FF2B5EF4-FFF2-40B4-BE49-F238E27FC236}">
                <a16:creationId xmlns:a16="http://schemas.microsoft.com/office/drawing/2014/main" id="{B04769DB-2A07-BC51-5527-403CA838F4C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Connector 17">
            <a:extLst>
              <a:ext uri="{FF2B5EF4-FFF2-40B4-BE49-F238E27FC236}">
                <a16:creationId xmlns:a16="http://schemas.microsoft.com/office/drawing/2014/main" id="{DE8D0011-1BF5-77D1-D2AC-ABFFC21247C9}"/>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2B36471-5251-E878-F044-38C6E40BC5DE}"/>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21" name="Title 1">
            <a:extLst>
              <a:ext uri="{FF2B5EF4-FFF2-40B4-BE49-F238E27FC236}">
                <a16:creationId xmlns:a16="http://schemas.microsoft.com/office/drawing/2014/main" id="{8AEBCDBA-FCC7-7DE8-DA64-AEF047502AF0}"/>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6" name="Slide Number Placeholder 4">
            <a:extLst>
              <a:ext uri="{FF2B5EF4-FFF2-40B4-BE49-F238E27FC236}">
                <a16:creationId xmlns:a16="http://schemas.microsoft.com/office/drawing/2014/main" id="{3CC93403-272F-4058-38E7-95034FA1AFCF}"/>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24" name="Content Placeholder 3">
            <a:extLst>
              <a:ext uri="{FF2B5EF4-FFF2-40B4-BE49-F238E27FC236}">
                <a16:creationId xmlns:a16="http://schemas.microsoft.com/office/drawing/2014/main" id="{AFFC2B28-B6DF-BDF7-16A8-28ECC1D99214}"/>
              </a:ext>
            </a:extLst>
          </p:cNvPr>
          <p:cNvSpPr>
            <a:spLocks noGrp="1"/>
          </p:cNvSpPr>
          <p:nvPr>
            <p:ph sz="half" idx="14" hasCustomPrompt="1"/>
          </p:nvPr>
        </p:nvSpPr>
        <p:spPr>
          <a:xfrm>
            <a:off x="3305842" y="867412"/>
            <a:ext cx="3196558" cy="5123178"/>
          </a:xfrm>
        </p:spPr>
        <p:txBody>
          <a:bodyPr>
            <a:normAutofit/>
          </a:bodyPr>
          <a:lstStyle>
            <a:lvl1pPr>
              <a:spcAft>
                <a:spcPts val="600"/>
              </a:spcAft>
              <a:defRPr sz="1800">
                <a:solidFill>
                  <a:schemeClr val="tx2"/>
                </a:solidFill>
              </a:defRPr>
            </a:lvl1pPr>
            <a:lvl2pPr>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
        <p:nvSpPr>
          <p:cNvPr id="10" name="Content Placeholder 3">
            <a:extLst>
              <a:ext uri="{FF2B5EF4-FFF2-40B4-BE49-F238E27FC236}">
                <a16:creationId xmlns:a16="http://schemas.microsoft.com/office/drawing/2014/main" id="{E6D26F94-DE81-6530-E728-ABDCC088359D}"/>
              </a:ext>
            </a:extLst>
          </p:cNvPr>
          <p:cNvSpPr>
            <a:spLocks noGrp="1"/>
          </p:cNvSpPr>
          <p:nvPr>
            <p:ph sz="half" idx="2" hasCustomPrompt="1"/>
          </p:nvPr>
        </p:nvSpPr>
        <p:spPr>
          <a:xfrm>
            <a:off x="6753224" y="867412"/>
            <a:ext cx="4742119" cy="5123178"/>
          </a:xfrm>
        </p:spPr>
        <p:txBody>
          <a:bodyPr>
            <a:normAutofit/>
          </a:bodyPr>
          <a:lstStyle>
            <a:lvl1pPr>
              <a:spcAft>
                <a:spcPts val="600"/>
              </a:spcAft>
              <a:defRPr sz="1800">
                <a:solidFill>
                  <a:schemeClr val="tx2"/>
                </a:solidFill>
              </a:defRPr>
            </a:lvl1pPr>
            <a:lvl2pPr>
              <a:spcAft>
                <a:spcPts val="600"/>
              </a:spcAft>
              <a:defRPr sz="1800">
                <a:solidFill>
                  <a:schemeClr val="tx2"/>
                </a:solidFill>
              </a:defRPr>
            </a:lvl2pPr>
            <a:lvl3pPr>
              <a:spcAft>
                <a:spcPts val="600"/>
              </a:spcAft>
              <a:defRPr sz="1800">
                <a:solidFill>
                  <a:schemeClr val="tx2"/>
                </a:solidFill>
              </a:defRPr>
            </a:lvl3pPr>
            <a:lvl4pPr>
              <a:spcAft>
                <a:spcPts val="600"/>
              </a:spcAft>
              <a:defRPr sz="1800">
                <a:solidFill>
                  <a:schemeClr val="tx2"/>
                </a:solidFill>
              </a:defRPr>
            </a:lvl4pPr>
            <a:lvl5pPr>
              <a:spcAft>
                <a:spcPts val="600"/>
              </a:spcAft>
              <a:defRPr sz="1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a:p>
            <a:pPr lvl="1"/>
            <a:endParaRPr lang="en-US" dirty="0"/>
          </a:p>
        </p:txBody>
      </p:sp>
    </p:spTree>
    <p:extLst>
      <p:ext uri="{BB962C8B-B14F-4D97-AF65-F5344CB8AC3E}">
        <p14:creationId xmlns:p14="http://schemas.microsoft.com/office/powerpoint/2010/main" val="7072513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lumMod val="95000"/>
          </a:schemeClr>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AFFC437-DF02-7776-8224-91AD11D74BD6}"/>
              </a:ext>
              <a:ext uri="{C183D7F6-B498-43B3-948B-1728B52AA6E4}">
                <adec:decorative xmlns:adec="http://schemas.microsoft.com/office/drawing/2017/decorative" val="1"/>
              </a:ext>
            </a:extLst>
          </p:cNvPr>
          <p:cNvSpPr/>
          <p:nvPr userDrawn="1"/>
        </p:nvSpPr>
        <p:spPr>
          <a:xfrm>
            <a:off x="11405238" y="-4"/>
            <a:ext cx="786761"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8B767E2A-FC6B-2D96-EF20-768A6E8BB6D9}"/>
              </a:ext>
              <a:ext uri="{C183D7F6-B498-43B3-948B-1728B52AA6E4}">
                <adec:decorative xmlns:adec="http://schemas.microsoft.com/office/drawing/2017/decorative" val="1"/>
              </a:ext>
            </a:extLst>
          </p:cNvPr>
          <p:cNvSpPr/>
          <p:nvPr userDrawn="1"/>
        </p:nvSpPr>
        <p:spPr>
          <a:xfrm>
            <a:off x="0" y="0"/>
            <a:ext cx="3063238" cy="6858000"/>
          </a:xfrm>
          <a:prstGeom prst="rect">
            <a:avLst/>
          </a:prstGeom>
          <a:solidFill>
            <a:schemeClr val="accent4">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71A79F2D-2D69-D1C7-FD7D-70C2EAE42085}"/>
              </a:ext>
            </a:extLst>
          </p:cNvPr>
          <p:cNvSpPr>
            <a:spLocks noGrp="1"/>
          </p:cNvSpPr>
          <p:nvPr>
            <p:ph type="title" hasCustomPrompt="1"/>
          </p:nvPr>
        </p:nvSpPr>
        <p:spPr>
          <a:xfrm rot="16200000">
            <a:off x="-1749423" y="2290758"/>
            <a:ext cx="6276974" cy="2276477"/>
          </a:xfrm>
          <a:effectLst/>
        </p:spPr>
        <p:txBody>
          <a:bodyPr tIns="0" bIns="0" anchor="ctr">
            <a:noAutofit/>
          </a:bodyPr>
          <a:lstStyle>
            <a:lvl1pPr algn="ctr">
              <a:defRPr sz="4000" b="0" cap="all" spc="0" baseline="0">
                <a:solidFill>
                  <a:schemeClr val="tx2"/>
                </a:solidFill>
              </a:defRPr>
            </a:lvl1pPr>
          </a:lstStyle>
          <a:p>
            <a:r>
              <a:rPr lang="en-US" dirty="0"/>
              <a:t>Click to Add title</a:t>
            </a:r>
          </a:p>
        </p:txBody>
      </p:sp>
      <p:sp>
        <p:nvSpPr>
          <p:cNvPr id="14" name="Slide Number Placeholder 4">
            <a:extLst>
              <a:ext uri="{FF2B5EF4-FFF2-40B4-BE49-F238E27FC236}">
                <a16:creationId xmlns:a16="http://schemas.microsoft.com/office/drawing/2014/main" id="{405BE07A-FC17-07E2-4E28-5883FC2CAE76}"/>
              </a:ext>
            </a:extLst>
          </p:cNvPr>
          <p:cNvSpPr>
            <a:spLocks noGrp="1"/>
          </p:cNvSpPr>
          <p:nvPr>
            <p:ph type="sldNum" sz="quarter" idx="12"/>
          </p:nvPr>
        </p:nvSpPr>
        <p:spPr>
          <a:xfrm>
            <a:off x="2194590" y="3062287"/>
            <a:ext cx="665421" cy="766763"/>
          </a:xfrm>
          <a:prstGeom prst="rect">
            <a:avLst/>
          </a:prstGeom>
          <a:noFill/>
          <a:effectLst/>
        </p:spPr>
        <p:txBody>
          <a:bodyPr lIns="0" rIns="0"/>
          <a:lstStyle>
            <a:lvl1pPr algn="ctr">
              <a:defRPr lang="en-US" sz="1800" b="1" kern="1200" cap="all" spc="150" baseline="0" smtClean="0">
                <a:solidFill>
                  <a:schemeClr val="tx2"/>
                </a:solidFill>
                <a:latin typeface="+mn-lt"/>
                <a:ea typeface="+mn-ea"/>
                <a:cs typeface="+mn-cs"/>
              </a:defRPr>
            </a:lvl1pPr>
          </a:lstStyle>
          <a:p>
            <a:fld id="{8A7A6979-0714-4377-B894-6BE4C2D6E202}" type="slidenum">
              <a:rPr lang="en-US" smtClean="0"/>
              <a:pPr/>
              <a:t>‹#›</a:t>
            </a:fld>
            <a:endParaRPr lang="en-US" dirty="0"/>
          </a:p>
        </p:txBody>
      </p:sp>
      <p:sp>
        <p:nvSpPr>
          <p:cNvPr id="15" name="Rectangle 14">
            <a:extLst>
              <a:ext uri="{FF2B5EF4-FFF2-40B4-BE49-F238E27FC236}">
                <a16:creationId xmlns:a16="http://schemas.microsoft.com/office/drawing/2014/main" id="{1B6D408C-2A4E-CEE1-5980-F9BC89383CA8}"/>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6" name="Straight Connector 15">
            <a:extLst>
              <a:ext uri="{FF2B5EF4-FFF2-40B4-BE49-F238E27FC236}">
                <a16:creationId xmlns:a16="http://schemas.microsoft.com/office/drawing/2014/main" id="{44E622ED-3DA5-D5E9-B688-B2000E522060}"/>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F1677B7-A20C-1A5D-301E-5B7DCAF1B61A}"/>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sp>
        <p:nvSpPr>
          <p:cNvPr id="18" name="Content Placeholder 6">
            <a:extLst>
              <a:ext uri="{FF2B5EF4-FFF2-40B4-BE49-F238E27FC236}">
                <a16:creationId xmlns:a16="http://schemas.microsoft.com/office/drawing/2014/main" id="{A6AD29FD-92CC-65CC-1E8B-437A1E59A589}"/>
              </a:ext>
            </a:extLst>
          </p:cNvPr>
          <p:cNvSpPr>
            <a:spLocks noGrp="1"/>
          </p:cNvSpPr>
          <p:nvPr>
            <p:ph sz="quarter" idx="13" hasCustomPrompt="1"/>
          </p:nvPr>
        </p:nvSpPr>
        <p:spPr>
          <a:xfrm>
            <a:off x="3489960" y="892175"/>
            <a:ext cx="7482839" cy="5073650"/>
          </a:xfrm>
          <a:effectLst/>
        </p:spPr>
        <p:txBody>
          <a:bodyPr anchor="ctr">
            <a:normAutofit/>
          </a:bodyPr>
          <a:lstStyle>
            <a:lvl1pPr marL="0" indent="0" algn="l">
              <a:spcAft>
                <a:spcPts val="1200"/>
              </a:spcAft>
              <a:buNone/>
              <a:defRPr sz="2800">
                <a:solidFill>
                  <a:schemeClr val="tx2"/>
                </a:solidFill>
              </a:defRPr>
            </a:lvl1pPr>
            <a:lvl2pPr marL="228600" indent="0" algn="l">
              <a:spcAft>
                <a:spcPts val="1200"/>
              </a:spcAft>
              <a:buNone/>
              <a:defRPr sz="2800">
                <a:solidFill>
                  <a:schemeClr val="tx2"/>
                </a:solidFill>
              </a:defRPr>
            </a:lvl2pPr>
            <a:lvl3pPr marL="457200" indent="0" algn="l">
              <a:spcAft>
                <a:spcPts val="1200"/>
              </a:spcAft>
              <a:buNone/>
              <a:defRPr sz="2800">
                <a:solidFill>
                  <a:schemeClr val="tx2"/>
                </a:solidFill>
              </a:defRPr>
            </a:lvl3pPr>
            <a:lvl4pPr marL="685800" indent="0" algn="l">
              <a:spcAft>
                <a:spcPts val="1200"/>
              </a:spcAft>
              <a:buNone/>
              <a:defRPr sz="2800">
                <a:solidFill>
                  <a:schemeClr val="tx2"/>
                </a:solidFill>
              </a:defRPr>
            </a:lvl4pPr>
            <a:lvl5pPr marL="914400" indent="0" algn="l">
              <a:spcAft>
                <a:spcPts val="1200"/>
              </a:spcAft>
              <a:buNone/>
              <a:defRPr sz="2800">
                <a:solidFill>
                  <a:schemeClr val="tx2"/>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458139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bg1">
            <a:lumMod val="95000"/>
          </a:schemeClr>
        </a:solidFill>
        <a:effectLst/>
      </p:bgPr>
    </p:bg>
    <p:spTree>
      <p:nvGrpSpPr>
        <p:cNvPr id="1" name=""/>
        <p:cNvGrpSpPr/>
        <p:nvPr/>
      </p:nvGrpSpPr>
      <p:grpSpPr>
        <a:xfrm>
          <a:off x="0" y="0"/>
          <a:ext cx="0" cy="0"/>
          <a:chOff x="0" y="0"/>
          <a:chExt cx="0" cy="0"/>
        </a:xfrm>
      </p:grpSpPr>
      <p:sp>
        <p:nvSpPr>
          <p:cNvPr id="4" name="Freeform: Shape 3">
            <a:extLst>
              <a:ext uri="{FF2B5EF4-FFF2-40B4-BE49-F238E27FC236}">
                <a16:creationId xmlns:a16="http://schemas.microsoft.com/office/drawing/2014/main" id="{6392207A-D227-5650-4C58-FA396957B724}"/>
              </a:ext>
              <a:ext uri="{C183D7F6-B498-43B3-948B-1728B52AA6E4}">
                <adec:decorative xmlns:adec="http://schemas.microsoft.com/office/drawing/2017/decorative" val="1"/>
              </a:ext>
            </a:extLst>
          </p:cNvPr>
          <p:cNvSpPr/>
          <p:nvPr userDrawn="1"/>
        </p:nvSpPr>
        <p:spPr>
          <a:xfrm>
            <a:off x="0" y="-5"/>
            <a:ext cx="1445866" cy="6858000"/>
          </a:xfrm>
          <a:custGeom>
            <a:avLst/>
            <a:gdLst>
              <a:gd name="connsiteX0" fmla="*/ 605303 w 1445866"/>
              <a:gd name="connsiteY0" fmla="*/ 6858000 h 6858000"/>
              <a:gd name="connsiteX1" fmla="*/ 233348 w 1445866"/>
              <a:gd name="connsiteY1" fmla="*/ 6858000 h 6858000"/>
              <a:gd name="connsiteX2" fmla="*/ 0 w 1445866"/>
              <a:gd name="connsiteY2" fmla="*/ 6858000 h 6858000"/>
              <a:gd name="connsiteX3" fmla="*/ 0 w 1445866"/>
              <a:gd name="connsiteY3" fmla="*/ 0 h 6858000"/>
              <a:gd name="connsiteX4" fmla="*/ 233348 w 1445866"/>
              <a:gd name="connsiteY4" fmla="*/ 0 h 6858000"/>
              <a:gd name="connsiteX5" fmla="*/ 605299 w 1445866"/>
              <a:gd name="connsiteY5" fmla="*/ 0 h 6858000"/>
              <a:gd name="connsiteX6" fmla="*/ 610635 w 1445866"/>
              <a:gd name="connsiteY6" fmla="*/ 1372 h 6858000"/>
              <a:gd name="connsiteX7" fmla="*/ 1445866 w 1445866"/>
              <a:gd name="connsiteY7" fmla="*/ 1136650 h 6858000"/>
              <a:gd name="connsiteX8" fmla="*/ 719850 w 1445866"/>
              <a:gd name="connsiteY8" fmla="*/ 2231955 h 6858000"/>
              <a:gd name="connsiteX9" fmla="*/ 555970 w 1445866"/>
              <a:gd name="connsiteY9" fmla="*/ 2282826 h 6858000"/>
              <a:gd name="connsiteX10" fmla="*/ 719850 w 1445866"/>
              <a:gd name="connsiteY10" fmla="*/ 2333697 h 6858000"/>
              <a:gd name="connsiteX11" fmla="*/ 1445866 w 1445866"/>
              <a:gd name="connsiteY11" fmla="*/ 3429001 h 6858000"/>
              <a:gd name="connsiteX12" fmla="*/ 719850 w 1445866"/>
              <a:gd name="connsiteY12" fmla="*/ 4524306 h 6858000"/>
              <a:gd name="connsiteX13" fmla="*/ 555972 w 1445866"/>
              <a:gd name="connsiteY13" fmla="*/ 4575176 h 6858000"/>
              <a:gd name="connsiteX14" fmla="*/ 719850 w 1445866"/>
              <a:gd name="connsiteY14" fmla="*/ 4626047 h 6858000"/>
              <a:gd name="connsiteX15" fmla="*/ 1445866 w 1445866"/>
              <a:gd name="connsiteY15" fmla="*/ 5721351 h 6858000"/>
              <a:gd name="connsiteX16" fmla="*/ 610635 w 1445866"/>
              <a:gd name="connsiteY16" fmla="*/ 685662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45866" h="6858000">
                <a:moveTo>
                  <a:pt x="605303" y="6858000"/>
                </a:moveTo>
                <a:lnTo>
                  <a:pt x="233348" y="6858000"/>
                </a:lnTo>
                <a:lnTo>
                  <a:pt x="0" y="6858000"/>
                </a:lnTo>
                <a:lnTo>
                  <a:pt x="0" y="0"/>
                </a:lnTo>
                <a:lnTo>
                  <a:pt x="233348" y="0"/>
                </a:lnTo>
                <a:lnTo>
                  <a:pt x="605299" y="0"/>
                </a:lnTo>
                <a:lnTo>
                  <a:pt x="610635" y="1372"/>
                </a:lnTo>
                <a:cubicBezTo>
                  <a:pt x="1094526" y="151878"/>
                  <a:pt x="1445866" y="603234"/>
                  <a:pt x="1445866" y="1136650"/>
                </a:cubicBezTo>
                <a:cubicBezTo>
                  <a:pt x="1445866" y="1629034"/>
                  <a:pt x="1146499" y="2051497"/>
                  <a:pt x="719850" y="2231955"/>
                </a:cubicBezTo>
                <a:lnTo>
                  <a:pt x="555970" y="2282826"/>
                </a:lnTo>
                <a:lnTo>
                  <a:pt x="719850" y="2333697"/>
                </a:lnTo>
                <a:cubicBezTo>
                  <a:pt x="1146499" y="2514154"/>
                  <a:pt x="1445866" y="2936617"/>
                  <a:pt x="1445866" y="3429001"/>
                </a:cubicBezTo>
                <a:cubicBezTo>
                  <a:pt x="1445866" y="3921385"/>
                  <a:pt x="1146499" y="4343848"/>
                  <a:pt x="719850" y="4524306"/>
                </a:cubicBezTo>
                <a:lnTo>
                  <a:pt x="555972" y="4575176"/>
                </a:lnTo>
                <a:lnTo>
                  <a:pt x="719850" y="4626047"/>
                </a:lnTo>
                <a:cubicBezTo>
                  <a:pt x="1146499" y="4806504"/>
                  <a:pt x="1445866" y="5228967"/>
                  <a:pt x="1445866" y="5721351"/>
                </a:cubicBezTo>
                <a:cubicBezTo>
                  <a:pt x="1445866" y="6254767"/>
                  <a:pt x="1094526" y="6706123"/>
                  <a:pt x="610635" y="6856629"/>
                </a:cubicBez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3" name="Freeform: Shape 2">
            <a:extLst>
              <a:ext uri="{FF2B5EF4-FFF2-40B4-BE49-F238E27FC236}">
                <a16:creationId xmlns:a16="http://schemas.microsoft.com/office/drawing/2014/main" id="{123BCBAF-4668-B2E6-7681-7E02428B4392}"/>
              </a:ext>
              <a:ext uri="{C183D7F6-B498-43B3-948B-1728B52AA6E4}">
                <adec:decorative xmlns:adec="http://schemas.microsoft.com/office/drawing/2017/decorative" val="1"/>
              </a:ext>
            </a:extLst>
          </p:cNvPr>
          <p:cNvSpPr/>
          <p:nvPr userDrawn="1"/>
        </p:nvSpPr>
        <p:spPr>
          <a:xfrm rot="10800000">
            <a:off x="10746134" y="-4"/>
            <a:ext cx="1445866" cy="6858000"/>
          </a:xfrm>
          <a:custGeom>
            <a:avLst/>
            <a:gdLst>
              <a:gd name="connsiteX0" fmla="*/ 605303 w 1445866"/>
              <a:gd name="connsiteY0" fmla="*/ 6858000 h 6858000"/>
              <a:gd name="connsiteX1" fmla="*/ 233348 w 1445866"/>
              <a:gd name="connsiteY1" fmla="*/ 6858000 h 6858000"/>
              <a:gd name="connsiteX2" fmla="*/ 0 w 1445866"/>
              <a:gd name="connsiteY2" fmla="*/ 6858000 h 6858000"/>
              <a:gd name="connsiteX3" fmla="*/ 0 w 1445866"/>
              <a:gd name="connsiteY3" fmla="*/ 0 h 6858000"/>
              <a:gd name="connsiteX4" fmla="*/ 233348 w 1445866"/>
              <a:gd name="connsiteY4" fmla="*/ 0 h 6858000"/>
              <a:gd name="connsiteX5" fmla="*/ 605299 w 1445866"/>
              <a:gd name="connsiteY5" fmla="*/ 0 h 6858000"/>
              <a:gd name="connsiteX6" fmla="*/ 610635 w 1445866"/>
              <a:gd name="connsiteY6" fmla="*/ 1372 h 6858000"/>
              <a:gd name="connsiteX7" fmla="*/ 1445866 w 1445866"/>
              <a:gd name="connsiteY7" fmla="*/ 1136650 h 6858000"/>
              <a:gd name="connsiteX8" fmla="*/ 719850 w 1445866"/>
              <a:gd name="connsiteY8" fmla="*/ 2231955 h 6858000"/>
              <a:gd name="connsiteX9" fmla="*/ 555970 w 1445866"/>
              <a:gd name="connsiteY9" fmla="*/ 2282826 h 6858000"/>
              <a:gd name="connsiteX10" fmla="*/ 719850 w 1445866"/>
              <a:gd name="connsiteY10" fmla="*/ 2333697 h 6858000"/>
              <a:gd name="connsiteX11" fmla="*/ 1445866 w 1445866"/>
              <a:gd name="connsiteY11" fmla="*/ 3429001 h 6858000"/>
              <a:gd name="connsiteX12" fmla="*/ 719850 w 1445866"/>
              <a:gd name="connsiteY12" fmla="*/ 4524306 h 6858000"/>
              <a:gd name="connsiteX13" fmla="*/ 555972 w 1445866"/>
              <a:gd name="connsiteY13" fmla="*/ 4575176 h 6858000"/>
              <a:gd name="connsiteX14" fmla="*/ 719850 w 1445866"/>
              <a:gd name="connsiteY14" fmla="*/ 4626047 h 6858000"/>
              <a:gd name="connsiteX15" fmla="*/ 1445866 w 1445866"/>
              <a:gd name="connsiteY15" fmla="*/ 5721351 h 6858000"/>
              <a:gd name="connsiteX16" fmla="*/ 610635 w 1445866"/>
              <a:gd name="connsiteY16" fmla="*/ 685662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45866" h="6858000">
                <a:moveTo>
                  <a:pt x="605303" y="6858000"/>
                </a:moveTo>
                <a:lnTo>
                  <a:pt x="233348" y="6858000"/>
                </a:lnTo>
                <a:lnTo>
                  <a:pt x="0" y="6858000"/>
                </a:lnTo>
                <a:lnTo>
                  <a:pt x="0" y="0"/>
                </a:lnTo>
                <a:lnTo>
                  <a:pt x="233348" y="0"/>
                </a:lnTo>
                <a:lnTo>
                  <a:pt x="605299" y="0"/>
                </a:lnTo>
                <a:lnTo>
                  <a:pt x="610635" y="1372"/>
                </a:lnTo>
                <a:cubicBezTo>
                  <a:pt x="1094526" y="151878"/>
                  <a:pt x="1445866" y="603234"/>
                  <a:pt x="1445866" y="1136650"/>
                </a:cubicBezTo>
                <a:cubicBezTo>
                  <a:pt x="1445866" y="1629034"/>
                  <a:pt x="1146499" y="2051497"/>
                  <a:pt x="719850" y="2231955"/>
                </a:cubicBezTo>
                <a:lnTo>
                  <a:pt x="555970" y="2282826"/>
                </a:lnTo>
                <a:lnTo>
                  <a:pt x="719850" y="2333697"/>
                </a:lnTo>
                <a:cubicBezTo>
                  <a:pt x="1146499" y="2514154"/>
                  <a:pt x="1445866" y="2936617"/>
                  <a:pt x="1445866" y="3429001"/>
                </a:cubicBezTo>
                <a:cubicBezTo>
                  <a:pt x="1445866" y="3921385"/>
                  <a:pt x="1146499" y="4343848"/>
                  <a:pt x="719850" y="4524306"/>
                </a:cubicBezTo>
                <a:lnTo>
                  <a:pt x="555972" y="4575176"/>
                </a:lnTo>
                <a:lnTo>
                  <a:pt x="719850" y="4626047"/>
                </a:lnTo>
                <a:cubicBezTo>
                  <a:pt x="1146499" y="4806504"/>
                  <a:pt x="1445866" y="5228967"/>
                  <a:pt x="1445866" y="5721351"/>
                </a:cubicBezTo>
                <a:cubicBezTo>
                  <a:pt x="1445866" y="6254767"/>
                  <a:pt x="1094526" y="6706123"/>
                  <a:pt x="610635" y="6856629"/>
                </a:cubicBezTo>
                <a:close/>
              </a:path>
            </a:pathLst>
          </a:cu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2"/>
              </a:solidFill>
            </a:endParaRPr>
          </a:p>
        </p:txBody>
      </p:sp>
      <p:sp>
        <p:nvSpPr>
          <p:cNvPr id="5" name="Rectangle 4">
            <a:extLst>
              <a:ext uri="{FF2B5EF4-FFF2-40B4-BE49-F238E27FC236}">
                <a16:creationId xmlns:a16="http://schemas.microsoft.com/office/drawing/2014/main" id="{9294B31B-4290-C588-1212-26E6B428FDF5}"/>
              </a:ext>
              <a:ext uri="{C183D7F6-B498-43B3-948B-1728B52AA6E4}">
                <adec:decorative xmlns:adec="http://schemas.microsoft.com/office/drawing/2017/decorative" val="1"/>
              </a:ext>
            </a:extLst>
          </p:cNvPr>
          <p:cNvSpPr/>
          <p:nvPr userDrawn="1"/>
        </p:nvSpPr>
        <p:spPr>
          <a:xfrm>
            <a:off x="250825" y="254794"/>
            <a:ext cx="11690350" cy="6348413"/>
          </a:xfrm>
          <a:prstGeom prst="rect">
            <a:avLst/>
          </a:prstGeom>
          <a:noFill/>
          <a:ln w="4445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cxnSp>
        <p:nvCxnSpPr>
          <p:cNvPr id="6" name="Straight Connector 5">
            <a:extLst>
              <a:ext uri="{FF2B5EF4-FFF2-40B4-BE49-F238E27FC236}">
                <a16:creationId xmlns:a16="http://schemas.microsoft.com/office/drawing/2014/main" id="{28628E6D-0C29-7F8E-67C4-175F211E705F}"/>
              </a:ext>
              <a:ext uri="{C183D7F6-B498-43B3-948B-1728B52AA6E4}">
                <adec:decorative xmlns:adec="http://schemas.microsoft.com/office/drawing/2017/decorative" val="1"/>
              </a:ext>
            </a:extLst>
          </p:cNvPr>
          <p:cNvCxnSpPr>
            <a:cxnSpLocks/>
          </p:cNvCxnSpPr>
          <p:nvPr userDrawn="1"/>
        </p:nvCxnSpPr>
        <p:spPr>
          <a:xfrm>
            <a:off x="2527301"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5D0695C-2845-A017-44FF-AC8172007732}"/>
              </a:ext>
              <a:ext uri="{C183D7F6-B498-43B3-948B-1728B52AA6E4}">
                <adec:decorative xmlns:adec="http://schemas.microsoft.com/office/drawing/2017/decorative" val="1"/>
              </a:ext>
            </a:extLst>
          </p:cNvPr>
          <p:cNvCxnSpPr>
            <a:cxnSpLocks/>
          </p:cNvCxnSpPr>
          <p:nvPr userDrawn="1"/>
        </p:nvCxnSpPr>
        <p:spPr>
          <a:xfrm>
            <a:off x="2527301"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C4F8C32-8C97-2BA7-D756-712EEDF1439D}"/>
              </a:ext>
              <a:ext uri="{C183D7F6-B498-43B3-948B-1728B52AA6E4}">
                <adec:decorative xmlns:adec="http://schemas.microsoft.com/office/drawing/2017/decorative" val="1"/>
              </a:ext>
            </a:extLst>
          </p:cNvPr>
          <p:cNvCxnSpPr>
            <a:cxnSpLocks/>
          </p:cNvCxnSpPr>
          <p:nvPr userDrawn="1"/>
        </p:nvCxnSpPr>
        <p:spPr>
          <a:xfrm>
            <a:off x="9683717" y="254794"/>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A53929D-82C0-204B-3528-E111E5608AE6}"/>
              </a:ext>
              <a:ext uri="{C183D7F6-B498-43B3-948B-1728B52AA6E4}">
                <adec:decorative xmlns:adec="http://schemas.microsoft.com/office/drawing/2017/decorative" val="1"/>
              </a:ext>
            </a:extLst>
          </p:cNvPr>
          <p:cNvCxnSpPr>
            <a:cxnSpLocks/>
          </p:cNvCxnSpPr>
          <p:nvPr userDrawn="1"/>
        </p:nvCxnSpPr>
        <p:spPr>
          <a:xfrm>
            <a:off x="9683717" y="3822700"/>
            <a:ext cx="0" cy="2799556"/>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68DE2F-0A5F-60BA-E2A6-247EF7CB8573}"/>
              </a:ext>
              <a:ext uri="{C183D7F6-B498-43B3-948B-1728B52AA6E4}">
                <adec:decorative xmlns:adec="http://schemas.microsoft.com/office/drawing/2017/decorative" val="1"/>
              </a:ext>
            </a:extLst>
          </p:cNvPr>
          <p:cNvGrpSpPr/>
          <p:nvPr userDrawn="1"/>
        </p:nvGrpSpPr>
        <p:grpSpPr>
          <a:xfrm>
            <a:off x="2517792" y="1543050"/>
            <a:ext cx="7165925" cy="3771900"/>
            <a:chOff x="2517792" y="1651000"/>
            <a:chExt cx="7165925" cy="3771900"/>
          </a:xfrm>
        </p:grpSpPr>
        <p:cxnSp>
          <p:nvCxnSpPr>
            <p:cNvPr id="12" name="Straight Connector 11">
              <a:extLst>
                <a:ext uri="{FF2B5EF4-FFF2-40B4-BE49-F238E27FC236}">
                  <a16:creationId xmlns:a16="http://schemas.microsoft.com/office/drawing/2014/main" id="{D2DE19A1-6F20-44CE-16E6-E01C080DB715}"/>
                </a:ext>
              </a:extLst>
            </p:cNvPr>
            <p:cNvCxnSpPr>
              <a:cxnSpLocks/>
            </p:cNvCxnSpPr>
            <p:nvPr userDrawn="1"/>
          </p:nvCxnSpPr>
          <p:spPr>
            <a:xfrm>
              <a:off x="2527301" y="16510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7A302056-7C77-84A9-00C4-C936CDB0EC14}"/>
                </a:ext>
              </a:extLst>
            </p:cNvPr>
            <p:cNvCxnSpPr>
              <a:cxnSpLocks/>
            </p:cNvCxnSpPr>
            <p:nvPr userDrawn="1"/>
          </p:nvCxnSpPr>
          <p:spPr>
            <a:xfrm>
              <a:off x="2517792" y="5422900"/>
              <a:ext cx="7156416" cy="0"/>
            </a:xfrm>
            <a:prstGeom prst="line">
              <a:avLst/>
            </a:prstGeom>
            <a:ln w="4445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D17EEDCF-A8F9-709D-CE34-6E183D26C2C2}"/>
              </a:ext>
            </a:extLst>
          </p:cNvPr>
          <p:cNvSpPr>
            <a:spLocks noGrp="1"/>
          </p:cNvSpPr>
          <p:nvPr>
            <p:ph type="title" hasCustomPrompt="1"/>
          </p:nvPr>
        </p:nvSpPr>
        <p:spPr>
          <a:xfrm>
            <a:off x="2527301" y="1786423"/>
            <a:ext cx="7156415" cy="1740548"/>
          </a:xfrm>
        </p:spPr>
        <p:txBody>
          <a:bodyPr anchor="b">
            <a:noAutofit/>
          </a:bodyPr>
          <a:lstStyle>
            <a:lvl1pPr algn="ctr">
              <a:defRPr sz="4000">
                <a:solidFill>
                  <a:schemeClr val="tx2"/>
                </a:solidFill>
              </a:defRPr>
            </a:lvl1pPr>
          </a:lstStyle>
          <a:p>
            <a:r>
              <a:rPr lang="en-US" dirty="0"/>
              <a:t>Click to Add title</a:t>
            </a:r>
          </a:p>
        </p:txBody>
      </p:sp>
      <p:sp>
        <p:nvSpPr>
          <p:cNvPr id="11" name="Content Placeholder 6">
            <a:extLst>
              <a:ext uri="{FF2B5EF4-FFF2-40B4-BE49-F238E27FC236}">
                <a16:creationId xmlns:a16="http://schemas.microsoft.com/office/drawing/2014/main" id="{3DD99B65-6C51-CA99-9872-6FD254075A80}"/>
              </a:ext>
            </a:extLst>
          </p:cNvPr>
          <p:cNvSpPr>
            <a:spLocks noGrp="1"/>
          </p:cNvSpPr>
          <p:nvPr>
            <p:ph sz="quarter" idx="13" hasCustomPrompt="1"/>
          </p:nvPr>
        </p:nvSpPr>
        <p:spPr>
          <a:xfrm>
            <a:off x="3521271" y="3670658"/>
            <a:ext cx="5149459" cy="1510939"/>
          </a:xfrm>
        </p:spPr>
        <p:txBody>
          <a:bodyPr lIns="182880">
            <a:noAutofit/>
          </a:bodyPr>
          <a:lstStyle>
            <a:lvl1pPr marL="0" indent="0" algn="ctr">
              <a:lnSpc>
                <a:spcPct val="150000"/>
              </a:lnSpc>
              <a:spcBef>
                <a:spcPts val="0"/>
              </a:spcBef>
              <a:buNone/>
              <a:defRPr sz="2000">
                <a:solidFill>
                  <a:schemeClr val="tx2"/>
                </a:solidFill>
              </a:defRPr>
            </a:lvl1pPr>
            <a:lvl2pPr marL="228600" indent="0" algn="ctr">
              <a:buNone/>
              <a:defRPr sz="2000"/>
            </a:lvl2pPr>
            <a:lvl3pPr marL="457200" indent="0" algn="ctr">
              <a:buNone/>
              <a:defRPr sz="2000"/>
            </a:lvl3pPr>
            <a:lvl4pPr marL="685800" indent="0" algn="ctr">
              <a:buNone/>
              <a:defRPr sz="2000"/>
            </a:lvl4pPr>
            <a:lvl5pPr marL="914400" indent="0" algn="ctr">
              <a:buNone/>
              <a:defRPr sz="2000"/>
            </a:lvl5pPr>
          </a:lstStyle>
          <a:p>
            <a:pPr lvl="0"/>
            <a:r>
              <a:rPr lang="en-US" dirty="0"/>
              <a:t>Click to add content</a:t>
            </a:r>
          </a:p>
        </p:txBody>
      </p:sp>
    </p:spTree>
    <p:extLst>
      <p:ext uri="{BB962C8B-B14F-4D97-AF65-F5344CB8AC3E}">
        <p14:creationId xmlns:p14="http://schemas.microsoft.com/office/powerpoint/2010/main" val="15125162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wo content 04">
    <p:bg>
      <p:bgPr>
        <a:solidFill>
          <a:schemeClr val="accent2">
            <a:lumMod val="60000"/>
            <a:lumOff val="40000"/>
            <a:alpha val="40000"/>
          </a:schemeClr>
        </a:solidFill>
        <a:effectLst/>
      </p:bgPr>
    </p:bg>
    <p:spTree>
      <p:nvGrpSpPr>
        <p:cNvPr id="1" name=""/>
        <p:cNvGrpSpPr/>
        <p:nvPr/>
      </p:nvGrpSpPr>
      <p:grpSpPr>
        <a:xfrm>
          <a:off x="0" y="0"/>
          <a:ext cx="0" cy="0"/>
          <a:chOff x="0" y="0"/>
          <a:chExt cx="0" cy="0"/>
        </a:xfrm>
      </p:grpSpPr>
      <p:sp>
        <p:nvSpPr>
          <p:cNvPr id="8" name="Rounded Rectangle 7">
            <a:extLst>
              <a:ext uri="{FF2B5EF4-FFF2-40B4-BE49-F238E27FC236}">
                <a16:creationId xmlns:a16="http://schemas.microsoft.com/office/drawing/2014/main" id="{50AA9A03-5219-5FDB-8F76-14B9889332A1}"/>
              </a:ext>
            </a:extLst>
          </p:cNvPr>
          <p:cNvSpPr/>
          <p:nvPr userDrawn="1"/>
        </p:nvSpPr>
        <p:spPr>
          <a:xfrm>
            <a:off x="309563" y="274320"/>
            <a:ext cx="11572875" cy="6309360"/>
          </a:xfrm>
          <a:prstGeom prst="roundRect">
            <a:avLst>
              <a:gd name="adj" fmla="val 5258"/>
            </a:avLst>
          </a:prstGeom>
          <a:solidFill>
            <a:schemeClr val="accent2">
              <a:lumMod val="60000"/>
              <a:lumOff val="40000"/>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731520" y="731520"/>
            <a:ext cx="10698480" cy="1097280"/>
          </a:xfrm>
        </p:spPr>
        <p:txBody>
          <a:bodyPr anchor="b" anchorCtr="0">
            <a:normAutofit/>
          </a:bodyPr>
          <a:lstStyle>
            <a:lvl1pPr algn="l">
              <a:defRPr sz="3600"/>
            </a:lvl1pPr>
          </a:lstStyle>
          <a:p>
            <a:r>
              <a:rPr lang="en-US" dirty="0"/>
              <a:t>Click to edit Master title style</a:t>
            </a:r>
          </a:p>
        </p:txBody>
      </p:sp>
      <p:sp>
        <p:nvSpPr>
          <p:cNvPr id="10" name="Content Placeholder 2">
            <a:extLst>
              <a:ext uri="{FF2B5EF4-FFF2-40B4-BE49-F238E27FC236}">
                <a16:creationId xmlns:a16="http://schemas.microsoft.com/office/drawing/2014/main" id="{CBBE321C-2EF3-1AF9-6D78-453D4F3CC11E}"/>
              </a:ext>
            </a:extLst>
          </p:cNvPr>
          <p:cNvSpPr>
            <a:spLocks noGrp="1"/>
          </p:cNvSpPr>
          <p:nvPr>
            <p:ph idx="1"/>
          </p:nvPr>
        </p:nvSpPr>
        <p:spPr>
          <a:xfrm>
            <a:off x="731520" y="2340864"/>
            <a:ext cx="5486400" cy="3749040"/>
          </a:xfrm>
        </p:spPr>
        <p:txBody>
          <a:bodyPr lIns="91440" tIns="45720" rIns="91440" bIns="45720" anchor="t" anchorCtr="0"/>
          <a:lstStyle>
            <a:lvl1pPr marL="512064" indent="-512064">
              <a:buClr>
                <a:schemeClr val="tx1"/>
              </a:buClr>
              <a:buSzPct val="100000"/>
              <a:buFont typeface="+mj-lt"/>
              <a:buAutoNum type="arabicPeriod"/>
              <a:defRPr sz="1800"/>
            </a:lvl1pPr>
            <a:lvl2pPr marL="1028700" indent="-342900">
              <a:buClr>
                <a:schemeClr val="tx1"/>
              </a:buClr>
              <a:buSzPct val="100000"/>
              <a:buFont typeface="+mj-lt"/>
              <a:buAutoNum type="alphaLcPeriod"/>
              <a:defRPr sz="1600"/>
            </a:lvl2pPr>
            <a:lvl3pPr marL="1543050" indent="-400050">
              <a:buClr>
                <a:schemeClr val="tx1"/>
              </a:buClr>
              <a:buSzPct val="100000"/>
              <a:buFont typeface="+mj-lt"/>
              <a:buAutoNum type="romanLcPeriod"/>
              <a:defRPr sz="1600"/>
            </a:lvl3pPr>
            <a:lvl4pPr marL="1943100" indent="-342900">
              <a:buClr>
                <a:schemeClr val="tx1"/>
              </a:buClr>
              <a:buSzPct val="100000"/>
              <a:buFont typeface="+mj-lt"/>
              <a:buAutoNum type="arabicParenR"/>
              <a:defRPr sz="1600"/>
            </a:lvl4pPr>
            <a:lvl5pPr marL="2400300" indent="-342900">
              <a:buClr>
                <a:schemeClr val="tx1"/>
              </a:buClr>
              <a:buSzPct val="100000"/>
              <a:buFont typeface="+mj-lt"/>
              <a:buAutoNum type="alphaLcParenR"/>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2">
            <a:extLst>
              <a:ext uri="{FF2B5EF4-FFF2-40B4-BE49-F238E27FC236}">
                <a16:creationId xmlns:a16="http://schemas.microsoft.com/office/drawing/2014/main" id="{D7967943-29F6-8B4F-D85A-3E3BC79F55C3}"/>
              </a:ext>
            </a:extLst>
          </p:cNvPr>
          <p:cNvSpPr>
            <a:spLocks noGrp="1"/>
          </p:cNvSpPr>
          <p:nvPr>
            <p:ph idx="13"/>
          </p:nvPr>
        </p:nvSpPr>
        <p:spPr>
          <a:xfrm>
            <a:off x="6885432" y="2340864"/>
            <a:ext cx="2834640" cy="3840480"/>
          </a:xfrm>
        </p:spPr>
        <p:txBody>
          <a:bodyPr anchor="t" anchorCtr="0"/>
          <a:lstStyle>
            <a:lvl1pPr marL="0" indent="0">
              <a:buClr>
                <a:schemeClr val="accent1"/>
              </a:buClr>
              <a:buSzPct val="90000"/>
              <a:buNone/>
              <a:defRPr sz="1800"/>
            </a:lvl1pPr>
            <a:lvl2pPr marL="457200" indent="-228600">
              <a:buClr>
                <a:schemeClr val="accent1"/>
              </a:buClr>
              <a:buSzPct val="90000"/>
              <a:defRPr sz="1600"/>
            </a:lvl2pPr>
            <a:lvl3pPr marL="914400" indent="-228600">
              <a:buClr>
                <a:schemeClr val="accent1"/>
              </a:buClr>
              <a:buSzPct val="90000"/>
              <a:defRPr sz="1600"/>
            </a:lvl3pPr>
            <a:lvl4pPr marL="1371600" indent="-228600">
              <a:buClr>
                <a:schemeClr val="accent1"/>
              </a:buClr>
              <a:buSzPct val="90000"/>
              <a:defRPr sz="1600"/>
            </a:lvl4pPr>
            <a:lvl5pPr marL="2286000" indent="-228600">
              <a:buClr>
                <a:schemeClr val="accent1"/>
              </a:buClr>
              <a:buSzPct val="90000"/>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4/1/2026</a:t>
            </a:fld>
            <a:endParaRPr lang="en-US" dirty="0"/>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dirty="0"/>
          </a:p>
        </p:txBody>
      </p:sp>
      <p:cxnSp>
        <p:nvCxnSpPr>
          <p:cNvPr id="3" name="Straight Connector 2">
            <a:extLst>
              <a:ext uri="{FF2B5EF4-FFF2-40B4-BE49-F238E27FC236}">
                <a16:creationId xmlns:a16="http://schemas.microsoft.com/office/drawing/2014/main" id="{7ED4B7AC-0A74-D081-4126-7D5BB0DF978A}"/>
              </a:ext>
            </a:extLst>
          </p:cNvPr>
          <p:cNvCxnSpPr/>
          <p:nvPr userDrawn="1"/>
        </p:nvCxnSpPr>
        <p:spPr>
          <a:xfrm>
            <a:off x="6478854" y="2342232"/>
            <a:ext cx="0" cy="3843128"/>
          </a:xfrm>
          <a:prstGeom prst="line">
            <a:avLst/>
          </a:prstGeom>
          <a:ln w="38100" cap="rnd">
            <a:solidFill>
              <a:schemeClr val="accent2">
                <a:lumMod val="20000"/>
                <a:lumOff val="80000"/>
                <a:alpha val="50000"/>
              </a:schemeClr>
            </a:solidFill>
          </a:ln>
        </p:spPr>
        <p:style>
          <a:lnRef idx="1">
            <a:schemeClr val="accent1"/>
          </a:lnRef>
          <a:fillRef idx="0">
            <a:schemeClr val="accent1"/>
          </a:fillRef>
          <a:effectRef idx="0">
            <a:schemeClr val="accent1"/>
          </a:effectRef>
          <a:fontRef idx="minor">
            <a:schemeClr val="tx1"/>
          </a:fontRef>
        </p:style>
      </p:cxnSp>
      <p:pic>
        <p:nvPicPr>
          <p:cNvPr id="4" name="Graphic 3">
            <a:extLst>
              <a:ext uri="{FF2B5EF4-FFF2-40B4-BE49-F238E27FC236}">
                <a16:creationId xmlns:a16="http://schemas.microsoft.com/office/drawing/2014/main" id="{B193C94A-0AB2-B395-E722-487D1EB8AC54}"/>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9293"/>
          <a:stretch/>
        </p:blipFill>
        <p:spPr>
          <a:xfrm rot="16200000">
            <a:off x="9209319" y="2954216"/>
            <a:ext cx="3351115" cy="1371600"/>
          </a:xfrm>
          <a:prstGeom prst="rect">
            <a:avLst/>
          </a:prstGeom>
        </p:spPr>
      </p:pic>
      <p:pic>
        <p:nvPicPr>
          <p:cNvPr id="11" name="Graphic 10">
            <a:extLst>
              <a:ext uri="{FF2B5EF4-FFF2-40B4-BE49-F238E27FC236}">
                <a16:creationId xmlns:a16="http://schemas.microsoft.com/office/drawing/2014/main" id="{B79E72A1-BF08-EE06-7D8C-4AA04F7849E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5533699" flipH="1">
            <a:off x="10582146" y="593463"/>
            <a:ext cx="831783" cy="863775"/>
          </a:xfrm>
          <a:prstGeom prst="rect">
            <a:avLst/>
          </a:prstGeom>
        </p:spPr>
      </p:pic>
      <p:pic>
        <p:nvPicPr>
          <p:cNvPr id="13" name="Graphic 12">
            <a:extLst>
              <a:ext uri="{FF2B5EF4-FFF2-40B4-BE49-F238E27FC236}">
                <a16:creationId xmlns:a16="http://schemas.microsoft.com/office/drawing/2014/main" id="{73A906E1-E32B-5A1F-2D56-B49187E0F22B}"/>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6066301" flipH="1" flipV="1">
            <a:off x="10582146" y="5416335"/>
            <a:ext cx="831783" cy="863775"/>
          </a:xfrm>
          <a:prstGeom prst="rect">
            <a:avLst/>
          </a:prstGeom>
        </p:spPr>
      </p:pic>
    </p:spTree>
    <p:extLst>
      <p:ext uri="{BB962C8B-B14F-4D97-AF65-F5344CB8AC3E}">
        <p14:creationId xmlns:p14="http://schemas.microsoft.com/office/powerpoint/2010/main" val="3999109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noFill/>
          <a:ln w="31750" cap="sq">
            <a:noFill/>
            <a:miter lim="800000"/>
          </a:ln>
        </p:spPr>
        <p:txBody>
          <a:bodyPr vert="horz" lIns="182880" tIns="182880" rIns="182880" bIns="182880" rtlCol="0" anchor="ctr">
            <a:normAutofit/>
          </a:bodyPr>
          <a:lstStyle/>
          <a:p>
            <a:r>
              <a:rPr lang="en-US"/>
              <a:t>Click to edit Master title style</a:t>
            </a:r>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F9B8B6D2-5532-4B59-9C5A-AB106F128946}" type="datetime1">
              <a:rPr lang="en-US" smtClean="0"/>
              <a:t>4/1/2026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738" r:id="rId1"/>
    <p:sldLayoutId id="2147483730" r:id="rId2"/>
    <p:sldLayoutId id="2147483747" r:id="rId3"/>
    <p:sldLayoutId id="2147483748" r:id="rId4"/>
    <p:sldLayoutId id="2147483708" r:id="rId5"/>
    <p:sldLayoutId id="2147483746" r:id="rId6"/>
    <p:sldLayoutId id="2147483725" r:id="rId7"/>
    <p:sldLayoutId id="2147483742" r:id="rId8"/>
    <p:sldLayoutId id="2147483736" r:id="rId9"/>
    <p:sldLayoutId id="2147483745" r:id="rId10"/>
    <p:sldLayoutId id="2147483741" r:id="rId11"/>
    <p:sldLayoutId id="2147483718" r:id="rId12"/>
    <p:sldLayoutId id="2147483737" r:id="rId13"/>
    <p:sldLayoutId id="2147483749" r:id="rId14"/>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5" Type="http://schemas.openxmlformats.org/officeDocument/2006/relationships/image" Target="../media/image19.jpeg"/><Relationship Id="rId4" Type="http://schemas.openxmlformats.org/officeDocument/2006/relationships/image" Target="../media/image18.jpeg"/></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5.xml"/><Relationship Id="rId5" Type="http://schemas.openxmlformats.org/officeDocument/2006/relationships/image" Target="../media/image23.jpeg"/><Relationship Id="rId4" Type="http://schemas.openxmlformats.org/officeDocument/2006/relationships/image" Target="../media/image22.jpeg"/></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5.xml"/><Relationship Id="rId5" Type="http://schemas.openxmlformats.org/officeDocument/2006/relationships/image" Target="../media/image27.jpeg"/><Relationship Id="rId4" Type="http://schemas.openxmlformats.org/officeDocument/2006/relationships/image" Target="../media/image26.jpeg"/></Relationships>
</file>

<file path=ppt/slides/_rels/slide23.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F11BC1-2932-3099-F1BF-EB0B38A0B969}"/>
              </a:ext>
            </a:extLst>
          </p:cNvPr>
          <p:cNvSpPr>
            <a:spLocks noGrp="1"/>
          </p:cNvSpPr>
          <p:nvPr>
            <p:ph type="title"/>
          </p:nvPr>
        </p:nvSpPr>
        <p:spPr>
          <a:xfrm>
            <a:off x="594359" y="323369"/>
            <a:ext cx="11072123" cy="768622"/>
          </a:xfrm>
        </p:spPr>
        <p:txBody>
          <a:bodyPr>
            <a:noAutofit/>
          </a:bodyPr>
          <a:lstStyle/>
          <a:p>
            <a:pPr algn="ctr"/>
            <a:br>
              <a:rPr lang="en-IN" sz="1800" b="1" dirty="0">
                <a:solidFill>
                  <a:srgbClr val="002060"/>
                </a:solidFill>
                <a:latin typeface="Bookman Old Style" panose="02050604050505020204" pitchFamily="18" charset="0"/>
              </a:rPr>
            </a:br>
            <a:br>
              <a:rPr lang="en-IN" sz="1800" b="1" dirty="0">
                <a:solidFill>
                  <a:srgbClr val="002060"/>
                </a:solidFill>
                <a:latin typeface="Bookman Old Style" panose="02050604050505020204" pitchFamily="18" charset="0"/>
              </a:rPr>
            </a:br>
            <a:br>
              <a:rPr lang="en-IN" sz="1800" b="1" dirty="0">
                <a:solidFill>
                  <a:srgbClr val="002060"/>
                </a:solidFill>
                <a:latin typeface="Bookman Old Style" panose="02050604050505020204" pitchFamily="18" charset="0"/>
              </a:rPr>
            </a:br>
            <a:br>
              <a:rPr lang="en-IN" sz="1800" b="1" dirty="0">
                <a:solidFill>
                  <a:srgbClr val="002060"/>
                </a:solidFill>
                <a:latin typeface="Bookman Old Style" panose="02050604050505020204" pitchFamily="18" charset="0"/>
              </a:rPr>
            </a:br>
            <a:br>
              <a:rPr lang="en-IN" sz="1800" b="1" dirty="0">
                <a:solidFill>
                  <a:srgbClr val="002060"/>
                </a:solidFill>
                <a:latin typeface="Bookman Old Style" panose="02050604050505020204" pitchFamily="18" charset="0"/>
              </a:rPr>
            </a:br>
            <a:r>
              <a:rPr lang="en-IN" sz="1800" b="1" dirty="0">
                <a:solidFill>
                  <a:srgbClr val="002060"/>
                </a:solidFill>
                <a:latin typeface="Bookman Old Style" panose="02050604050505020204" pitchFamily="18" charset="0"/>
              </a:rPr>
              <a:t> </a:t>
            </a:r>
            <a:br>
              <a:rPr lang="en-IN" sz="1800" b="1" dirty="0">
                <a:solidFill>
                  <a:srgbClr val="002060"/>
                </a:solidFill>
                <a:latin typeface="Bookman Old Style" panose="02050604050505020204" pitchFamily="18" charset="0"/>
              </a:rPr>
            </a:br>
            <a:br>
              <a:rPr lang="en-IN" sz="1800" b="1" dirty="0">
                <a:solidFill>
                  <a:srgbClr val="002060"/>
                </a:solidFill>
                <a:latin typeface="Bookman Old Style" panose="02050604050505020204" pitchFamily="18" charset="0"/>
              </a:rPr>
            </a:br>
            <a:r>
              <a:rPr lang="en-IN" sz="2400" b="1" dirty="0">
                <a:solidFill>
                  <a:srgbClr val="002060"/>
                </a:solidFill>
                <a:latin typeface="Bookman Old Style" panose="02050604050505020204" pitchFamily="18" charset="0"/>
              </a:rPr>
              <a:t>MALLA REDDY INSTITUTE OF TECHNOLOGY AND SCIENCE </a:t>
            </a:r>
            <a:r>
              <a:rPr lang="en-IN" sz="2400" dirty="0">
                <a:solidFill>
                  <a:srgbClr val="002060"/>
                </a:solidFill>
                <a:latin typeface="Bookman Old Style" panose="02050604050505020204" pitchFamily="18" charset="0"/>
              </a:rPr>
              <a:t> </a:t>
            </a:r>
            <a:br>
              <a:rPr lang="en-IN" sz="1800" dirty="0">
                <a:gradFill>
                  <a:gsLst>
                    <a:gs pos="0">
                      <a:srgbClr val="7B32B2"/>
                    </a:gs>
                    <a:gs pos="100000">
                      <a:srgbClr val="401A5D"/>
                    </a:gs>
                  </a:gsLst>
                  <a:lin scaled="0"/>
                </a:gradFill>
                <a:latin typeface="Bookman Old Style" panose="02050604050505020204" pitchFamily="18" charset="0"/>
              </a:rPr>
            </a:br>
            <a:endParaRPr lang="en-US" sz="1400" dirty="0"/>
          </a:p>
        </p:txBody>
      </p:sp>
      <p:pic>
        <p:nvPicPr>
          <p:cNvPr id="7" name="Picture 6">
            <a:extLst>
              <a:ext uri="{FF2B5EF4-FFF2-40B4-BE49-F238E27FC236}">
                <a16:creationId xmlns:a16="http://schemas.microsoft.com/office/drawing/2014/main" id="{8D05B6B8-4F7F-406D-7226-3DF9BBB80F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4160" y="977085"/>
            <a:ext cx="945081" cy="900965"/>
          </a:xfrm>
          <a:prstGeom prst="rect">
            <a:avLst/>
          </a:prstGeom>
        </p:spPr>
      </p:pic>
      <p:sp>
        <p:nvSpPr>
          <p:cNvPr id="8" name="TextBox 7">
            <a:extLst>
              <a:ext uri="{FF2B5EF4-FFF2-40B4-BE49-F238E27FC236}">
                <a16:creationId xmlns:a16="http://schemas.microsoft.com/office/drawing/2014/main" id="{3EF91B5B-A190-288C-56D2-F48EC88BC8BC}"/>
              </a:ext>
            </a:extLst>
          </p:cNvPr>
          <p:cNvSpPr txBox="1"/>
          <p:nvPr/>
        </p:nvSpPr>
        <p:spPr>
          <a:xfrm>
            <a:off x="9600618" y="943715"/>
            <a:ext cx="1368370" cy="1347805"/>
          </a:xfrm>
          <a:prstGeom prst="rect">
            <a:avLst/>
          </a:prstGeom>
          <a:noFill/>
          <a:ln>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rtlCol="0">
            <a:spAutoFit/>
          </a:bodyPr>
          <a:lstStyle/>
          <a:p>
            <a:pPr algn="ctr">
              <a:lnSpc>
                <a:spcPct val="115000"/>
              </a:lnSpc>
              <a:spcAft>
                <a:spcPts val="0"/>
              </a:spcAft>
            </a:pPr>
            <a:r>
              <a:rPr lang="en-US" altLang="zh-CN" b="1" u="sng" kern="100" dirty="0">
                <a:latin typeface="Calibri" panose="020F0502020204030204"/>
                <a:ea typeface="Calibri" panose="020F0502020204030204"/>
                <a:cs typeface="Times New Roman" panose="02020603050405020304"/>
                <a:sym typeface="Times New Roman" panose="02020603050405020304"/>
              </a:rPr>
              <a:t>EAMCET Code:</a:t>
            </a:r>
            <a:r>
              <a:rPr lang="en-US" altLang="zh-CN" kern="100" dirty="0">
                <a:latin typeface="Calibri" panose="020F0502020204030204"/>
                <a:ea typeface="Calibri" panose="020F0502020204030204"/>
                <a:cs typeface="Times New Roman" panose="02020603050405020304"/>
                <a:sym typeface="Times New Roman" panose="02020603050405020304"/>
              </a:rPr>
              <a:t> </a:t>
            </a:r>
            <a:r>
              <a:rPr lang="en-US" altLang="zh-CN" b="1" kern="100" dirty="0">
                <a:latin typeface="Calibri" panose="020F0502020204030204"/>
                <a:ea typeface="Calibri" panose="020F0502020204030204"/>
                <a:cs typeface="Times New Roman" panose="02020603050405020304"/>
                <a:sym typeface="Times New Roman" panose="02020603050405020304"/>
              </a:rPr>
              <a:t>MRIT</a:t>
            </a:r>
          </a:p>
          <a:p>
            <a:pPr algn="ctr">
              <a:lnSpc>
                <a:spcPct val="115000"/>
              </a:lnSpc>
              <a:spcAft>
                <a:spcPts val="0"/>
              </a:spcAft>
            </a:pPr>
            <a:r>
              <a:rPr lang="en-US" altLang="zh-CN" kern="100" dirty="0">
                <a:latin typeface="Calibri" panose="020F0502020204030204"/>
                <a:ea typeface="Calibri" panose="020F0502020204030204"/>
                <a:cs typeface="Times New Roman" panose="02020603050405020304"/>
                <a:sym typeface="Times New Roman" panose="02020603050405020304"/>
              </a:rPr>
              <a:t>JNTUH Code: </a:t>
            </a:r>
            <a:r>
              <a:rPr lang="en-US" altLang="zh-CN" b="1" kern="100" dirty="0">
                <a:latin typeface="Calibri" panose="020F0502020204030204"/>
                <a:ea typeface="Calibri" panose="020F0502020204030204"/>
                <a:cs typeface="Times New Roman" panose="02020603050405020304"/>
                <a:sym typeface="Times New Roman" panose="02020603050405020304"/>
              </a:rPr>
              <a:t>S1</a:t>
            </a:r>
          </a:p>
        </p:txBody>
      </p:sp>
      <p:sp>
        <p:nvSpPr>
          <p:cNvPr id="9" name="TextBox 8">
            <a:extLst>
              <a:ext uri="{FF2B5EF4-FFF2-40B4-BE49-F238E27FC236}">
                <a16:creationId xmlns:a16="http://schemas.microsoft.com/office/drawing/2014/main" id="{BE16CD4C-C24C-0F48-218D-A65E578FC69D}"/>
              </a:ext>
            </a:extLst>
          </p:cNvPr>
          <p:cNvSpPr txBox="1"/>
          <p:nvPr/>
        </p:nvSpPr>
        <p:spPr>
          <a:xfrm>
            <a:off x="594359" y="887862"/>
            <a:ext cx="10100441" cy="1569660"/>
          </a:xfrm>
          <a:prstGeom prst="rect">
            <a:avLst/>
          </a:prstGeom>
          <a:noFill/>
        </p:spPr>
        <p:txBody>
          <a:bodyPr wrap="square" rtlCol="0">
            <a:spAutoFit/>
          </a:bodyPr>
          <a:lstStyle/>
          <a:p>
            <a:pPr algn="ctr"/>
            <a:r>
              <a:rPr lang="en-IN" sz="1600" b="1" dirty="0">
                <a:solidFill>
                  <a:schemeClr val="accent4">
                    <a:lumMod val="50000"/>
                  </a:schemeClr>
                </a:solidFill>
                <a:latin typeface="Bookman Old Style" panose="02050604050505020204" pitchFamily="18" charset="0"/>
              </a:rPr>
              <a:t>An UGC Autonomous Institution</a:t>
            </a:r>
            <a:br>
              <a:rPr lang="en-IN" sz="1600" b="1" dirty="0">
                <a:solidFill>
                  <a:srgbClr val="FF0000"/>
                </a:solidFill>
                <a:latin typeface="Bookman Old Style" panose="02050604050505020204" pitchFamily="18" charset="0"/>
              </a:rPr>
            </a:br>
            <a:r>
              <a:rPr lang="en-IN" sz="1600" b="1" i="1" dirty="0">
                <a:solidFill>
                  <a:schemeClr val="accent6">
                    <a:lumMod val="50000"/>
                  </a:schemeClr>
                </a:solidFill>
                <a:latin typeface="Bookman Old Style" panose="02050604050505020204" pitchFamily="18" charset="0"/>
              </a:rPr>
              <a:t>Approved by AICTE New Delhi and Affiliated to JNTU </a:t>
            </a:r>
            <a:br>
              <a:rPr lang="en-IN" sz="1600" b="1" i="1" dirty="0">
                <a:solidFill>
                  <a:schemeClr val="accent6">
                    <a:lumMod val="50000"/>
                  </a:schemeClr>
                </a:solidFill>
                <a:latin typeface="Bookman Old Style" panose="02050604050505020204" pitchFamily="18" charset="0"/>
              </a:rPr>
            </a:br>
            <a:r>
              <a:rPr lang="en-IN" sz="1600" b="1" i="1" dirty="0">
                <a:solidFill>
                  <a:schemeClr val="accent6">
                    <a:lumMod val="50000"/>
                  </a:schemeClr>
                </a:solidFill>
                <a:latin typeface="Bookman Old Style" panose="02050604050505020204" pitchFamily="18" charset="0"/>
              </a:rPr>
              <a:t>An ISO 9001: 2015 Certified Institution</a:t>
            </a:r>
            <a:br>
              <a:rPr lang="en-IN" sz="1600" b="1" i="1" dirty="0">
                <a:solidFill>
                  <a:schemeClr val="accent6">
                    <a:lumMod val="50000"/>
                  </a:schemeClr>
                </a:solidFill>
                <a:latin typeface="Bookman Old Style" panose="02050604050505020204" pitchFamily="18" charset="0"/>
              </a:rPr>
            </a:br>
            <a:r>
              <a:rPr lang="en-IN" sz="1600" b="1" i="1" dirty="0">
                <a:solidFill>
                  <a:schemeClr val="accent6">
                    <a:lumMod val="50000"/>
                  </a:schemeClr>
                </a:solidFill>
                <a:latin typeface="Bookman Old Style" panose="02050604050505020204" pitchFamily="18" charset="0"/>
              </a:rPr>
              <a:t> Accredited by NBA and NAAC ‘A’ Grade</a:t>
            </a:r>
            <a:br>
              <a:rPr lang="en-IN" sz="1600" b="1" i="1" dirty="0">
                <a:solidFill>
                  <a:schemeClr val="accent6">
                    <a:lumMod val="50000"/>
                  </a:schemeClr>
                </a:solidFill>
                <a:latin typeface="Bookman Old Style" panose="02050604050505020204" pitchFamily="18" charset="0"/>
              </a:rPr>
            </a:br>
            <a:r>
              <a:rPr lang="en-IN" sz="1600" b="1" i="1" dirty="0">
                <a:solidFill>
                  <a:schemeClr val="accent6">
                    <a:lumMod val="50000"/>
                  </a:schemeClr>
                </a:solidFill>
                <a:latin typeface="Bookman Old Style" panose="02050604050505020204" pitchFamily="18" charset="0"/>
              </a:rPr>
              <a:t>     	  </a:t>
            </a:r>
            <a:r>
              <a:rPr lang="en-IN" sz="1600" b="1" i="1" dirty="0" err="1">
                <a:solidFill>
                  <a:schemeClr val="accent6">
                    <a:lumMod val="50000"/>
                  </a:schemeClr>
                </a:solidFill>
                <a:latin typeface="Bookman Old Style" panose="02050604050505020204" pitchFamily="18" charset="0"/>
              </a:rPr>
              <a:t>Maisammaguda</a:t>
            </a:r>
            <a:r>
              <a:rPr lang="en-IN" sz="1600" b="1" i="1" dirty="0">
                <a:solidFill>
                  <a:schemeClr val="accent6">
                    <a:lumMod val="50000"/>
                  </a:schemeClr>
                </a:solidFill>
                <a:latin typeface="Bookman Old Style" panose="02050604050505020204" pitchFamily="18" charset="0"/>
              </a:rPr>
              <a:t>, </a:t>
            </a:r>
            <a:r>
              <a:rPr lang="en-IN" sz="1600" b="1" i="1" dirty="0" err="1">
                <a:solidFill>
                  <a:schemeClr val="accent6">
                    <a:lumMod val="50000"/>
                  </a:schemeClr>
                </a:solidFill>
                <a:latin typeface="Bookman Old Style" panose="02050604050505020204" pitchFamily="18" charset="0"/>
              </a:rPr>
              <a:t>Medchal</a:t>
            </a:r>
            <a:r>
              <a:rPr lang="en-IN" sz="1600" b="1" i="1" dirty="0">
                <a:solidFill>
                  <a:schemeClr val="accent6">
                    <a:lumMod val="50000"/>
                  </a:schemeClr>
                </a:solidFill>
                <a:latin typeface="Bookman Old Style" panose="02050604050505020204" pitchFamily="18" charset="0"/>
              </a:rPr>
              <a:t> (</a:t>
            </a:r>
            <a:r>
              <a:rPr lang="en-IN" sz="1600" b="1" i="1" dirty="0" err="1">
                <a:solidFill>
                  <a:schemeClr val="accent6">
                    <a:lumMod val="50000"/>
                  </a:schemeClr>
                </a:solidFill>
                <a:latin typeface="Bookman Old Style" panose="02050604050505020204" pitchFamily="18" charset="0"/>
              </a:rPr>
              <a:t>Dist</a:t>
            </a:r>
            <a:r>
              <a:rPr lang="en-IN" sz="1600" b="1" i="1" dirty="0">
                <a:solidFill>
                  <a:schemeClr val="accent6">
                    <a:lumMod val="50000"/>
                  </a:schemeClr>
                </a:solidFill>
                <a:latin typeface="Bookman Old Style" panose="02050604050505020204" pitchFamily="18" charset="0"/>
              </a:rPr>
              <a:t>), Hyderabad -500100, Telangana.</a:t>
            </a:r>
            <a:br>
              <a:rPr lang="en-IN" sz="1600" b="1" i="1" dirty="0">
                <a:solidFill>
                  <a:schemeClr val="accent6">
                    <a:lumMod val="50000"/>
                  </a:schemeClr>
                </a:solidFill>
                <a:latin typeface="Bookman Old Style" panose="02050604050505020204" pitchFamily="18" charset="0"/>
              </a:rPr>
            </a:br>
            <a:r>
              <a:rPr lang="en-IN" sz="1600" b="1" i="1" dirty="0">
                <a:solidFill>
                  <a:schemeClr val="accent6">
                    <a:lumMod val="50000"/>
                  </a:schemeClr>
                </a:solidFill>
                <a:latin typeface="Bookman Old Style" panose="02050604050505020204" pitchFamily="18" charset="0"/>
              </a:rPr>
              <a:t>	Email : mrits.s1@gmail.com,    www.mrits.ac.in</a:t>
            </a:r>
            <a:endParaRPr lang="en-IN" sz="1600" dirty="0">
              <a:solidFill>
                <a:schemeClr val="accent6">
                  <a:lumMod val="50000"/>
                </a:schemeClr>
              </a:solidFill>
            </a:endParaRPr>
          </a:p>
        </p:txBody>
      </p:sp>
      <p:sp>
        <p:nvSpPr>
          <p:cNvPr id="10" name="TextBox 9">
            <a:extLst>
              <a:ext uri="{FF2B5EF4-FFF2-40B4-BE49-F238E27FC236}">
                <a16:creationId xmlns:a16="http://schemas.microsoft.com/office/drawing/2014/main" id="{A27664FA-C605-FCB3-1573-8073DF551616}"/>
              </a:ext>
            </a:extLst>
          </p:cNvPr>
          <p:cNvSpPr txBox="1"/>
          <p:nvPr/>
        </p:nvSpPr>
        <p:spPr>
          <a:xfrm>
            <a:off x="927273" y="2583277"/>
            <a:ext cx="9434612" cy="984885"/>
          </a:xfrm>
          <a:prstGeom prst="rect">
            <a:avLst/>
          </a:prstGeom>
          <a:noFill/>
        </p:spPr>
        <p:txBody>
          <a:bodyPr wrap="square" rtlCol="0">
            <a:spAutoFit/>
          </a:bodyPr>
          <a:lstStyle/>
          <a:p>
            <a:pPr algn="ctr"/>
            <a:r>
              <a:rPr lang="en-IN" sz="1800" b="1" dirty="0">
                <a:solidFill>
                  <a:srgbClr val="922A68"/>
                </a:solidFill>
                <a:latin typeface="Bookman Old Style" panose="02050604050505020204" pitchFamily="18" charset="0"/>
              </a:rPr>
              <a:t>DEPARTMENT OF COMPUTER SCIENCE ENGINEERING</a:t>
            </a:r>
          </a:p>
          <a:p>
            <a:pPr algn="ctr"/>
            <a:r>
              <a:rPr lang="en-US" sz="2000" b="1" i="1" dirty="0">
                <a:solidFill>
                  <a:srgbClr val="C00000"/>
                </a:solidFill>
              </a:rPr>
              <a:t>Auto Learn Nexus: A Task-Ontology Driven Framework for Fully Autonomous Machine Learning Model Generation</a:t>
            </a:r>
            <a:endParaRPr lang="en-IN" sz="2000" b="1" dirty="0">
              <a:solidFill>
                <a:srgbClr val="C00000"/>
              </a:solidFill>
              <a:latin typeface="Bookman Old Style" panose="02050604050505020204" pitchFamily="18" charset="0"/>
            </a:endParaRPr>
          </a:p>
        </p:txBody>
      </p:sp>
      <p:sp>
        <p:nvSpPr>
          <p:cNvPr id="11" name="TextBox 10">
            <a:extLst>
              <a:ext uri="{FF2B5EF4-FFF2-40B4-BE49-F238E27FC236}">
                <a16:creationId xmlns:a16="http://schemas.microsoft.com/office/drawing/2014/main" id="{27DA8798-B2FB-3395-CA0A-72F023098A54}"/>
              </a:ext>
            </a:extLst>
          </p:cNvPr>
          <p:cNvSpPr txBox="1"/>
          <p:nvPr/>
        </p:nvSpPr>
        <p:spPr>
          <a:xfrm>
            <a:off x="594359" y="4112690"/>
            <a:ext cx="5911892" cy="1938992"/>
          </a:xfrm>
          <a:prstGeom prst="rect">
            <a:avLst/>
          </a:prstGeom>
          <a:noFill/>
        </p:spPr>
        <p:txBody>
          <a:bodyPr wrap="square" rtlCol="0">
            <a:spAutoFit/>
          </a:bodyPr>
          <a:lstStyle/>
          <a:p>
            <a:pPr lvl="0">
              <a:defRPr/>
            </a:pPr>
            <a:r>
              <a:rPr lang="en-IN" b="1" dirty="0">
                <a:latin typeface="Bookman Old Style" panose="02050604050505020204" pitchFamily="18" charset="0"/>
              </a:rPr>
              <a:t>UNDER GUIDANCE OF:</a:t>
            </a:r>
          </a:p>
          <a:p>
            <a:pPr lvl="0">
              <a:defRPr/>
            </a:pPr>
            <a:endParaRPr lang="en-IN" b="1" dirty="0">
              <a:latin typeface="Bookman Old Style" panose="02050604050505020204" pitchFamily="18" charset="0"/>
            </a:endParaRPr>
          </a:p>
          <a:p>
            <a:pPr>
              <a:defRPr/>
            </a:pPr>
            <a:r>
              <a:rPr lang="en-IN" b="1" dirty="0">
                <a:latin typeface="Bookman Old Style" panose="02050604050505020204" pitchFamily="18" charset="0"/>
              </a:rPr>
              <a:t>Y.SWAPNA</a:t>
            </a:r>
          </a:p>
          <a:p>
            <a:pPr>
              <a:defRPr/>
            </a:pPr>
            <a:r>
              <a:rPr lang="en-IN" b="1" dirty="0">
                <a:latin typeface="Bookman Old Style" panose="02050604050505020204" pitchFamily="18" charset="0"/>
              </a:rPr>
              <a:t>                 ASSISTANT PROFESSOR</a:t>
            </a:r>
            <a:endParaRPr lang="en-IN" sz="1200" b="1" dirty="0">
              <a:latin typeface="Bookman Old Style" panose="02050604050505020204" pitchFamily="18" charset="0"/>
            </a:endParaRPr>
          </a:p>
          <a:p>
            <a:pPr lvl="0">
              <a:defRPr/>
            </a:pPr>
            <a:endParaRPr lang="en-IN" b="1" dirty="0">
              <a:latin typeface="Bookman Old Style" panose="02050604050505020204" pitchFamily="18" charset="0"/>
            </a:endParaRPr>
          </a:p>
          <a:p>
            <a:pPr lvl="0">
              <a:defRPr/>
            </a:pPr>
            <a:r>
              <a:rPr lang="en-IN" b="1" dirty="0">
                <a:latin typeface="Bookman Old Style" panose="02050604050505020204" pitchFamily="18" charset="0"/>
              </a:rPr>
              <a:t> B.TECH(CSE),MBA</a:t>
            </a:r>
          </a:p>
          <a:p>
            <a:endParaRPr lang="en-US" sz="1200" dirty="0"/>
          </a:p>
        </p:txBody>
      </p:sp>
      <p:sp>
        <p:nvSpPr>
          <p:cNvPr id="13" name="TextBox 12">
            <a:extLst>
              <a:ext uri="{FF2B5EF4-FFF2-40B4-BE49-F238E27FC236}">
                <a16:creationId xmlns:a16="http://schemas.microsoft.com/office/drawing/2014/main" id="{5EE56EA9-90B2-ABB6-F0F6-BC8F99094FAF}"/>
              </a:ext>
            </a:extLst>
          </p:cNvPr>
          <p:cNvSpPr txBox="1"/>
          <p:nvPr/>
        </p:nvSpPr>
        <p:spPr>
          <a:xfrm>
            <a:off x="6506251" y="4112690"/>
            <a:ext cx="4188549" cy="1754326"/>
          </a:xfrm>
          <a:prstGeom prst="rect">
            <a:avLst/>
          </a:prstGeom>
          <a:noFill/>
        </p:spPr>
        <p:txBody>
          <a:bodyPr wrap="square" rtlCol="0">
            <a:spAutoFit/>
          </a:bodyPr>
          <a:lstStyle/>
          <a:p>
            <a:r>
              <a:rPr lang="en-IN" b="1" i="1" dirty="0">
                <a:latin typeface="Gill Sans MT (Headings)"/>
                <a:ea typeface="Cascadia Mono SemiBold" panose="020B0609020000020004" pitchFamily="49" charset="0"/>
                <a:cs typeface="Cascadia Mono SemiBold" panose="020B0609020000020004" pitchFamily="49" charset="0"/>
              </a:rPr>
              <a:t>PRESENTED BY:</a:t>
            </a:r>
          </a:p>
          <a:p>
            <a:pPr algn="r"/>
            <a:r>
              <a:rPr lang="en-IN" b="1" i="1" dirty="0">
                <a:latin typeface="Gill Sans MT (Headings)"/>
                <a:ea typeface="Cascadia Mono SemiBold" panose="020B0609020000020004" pitchFamily="49" charset="0"/>
                <a:cs typeface="Cascadia Mono SemiBold" panose="020B0609020000020004" pitchFamily="49" charset="0"/>
              </a:rPr>
              <a:t>S.JHASMITHA ROJA-22S11A0519</a:t>
            </a:r>
          </a:p>
          <a:p>
            <a:pPr algn="r"/>
            <a:r>
              <a:rPr lang="en-IN" b="1" i="1" dirty="0">
                <a:latin typeface="Gill Sans MT (Headings)"/>
                <a:ea typeface="Cascadia Mono SemiBold" panose="020B0609020000020004" pitchFamily="49" charset="0"/>
                <a:cs typeface="Cascadia Mono SemiBold" panose="020B0609020000020004" pitchFamily="49" charset="0"/>
              </a:rPr>
              <a:t>T.NAVYA SRI-22S11A0532</a:t>
            </a:r>
          </a:p>
          <a:p>
            <a:pPr algn="r"/>
            <a:r>
              <a:rPr lang="en-IN" b="1" i="1" dirty="0">
                <a:latin typeface="Gill Sans MT (Headings)"/>
                <a:ea typeface="Cascadia Mono SemiBold" panose="020B0609020000020004" pitchFamily="49" charset="0"/>
                <a:cs typeface="Cascadia Mono SemiBold" panose="020B0609020000020004" pitchFamily="49" charset="0"/>
              </a:rPr>
              <a:t>RAJ AMAN KUMAR-22S11A0542</a:t>
            </a:r>
          </a:p>
          <a:p>
            <a:pPr algn="r"/>
            <a:r>
              <a:rPr lang="en-IN" b="1" i="1" dirty="0">
                <a:latin typeface="Gill Sans MT (Headings)"/>
                <a:ea typeface="Cascadia Mono SemiBold" panose="020B0609020000020004" pitchFamily="49" charset="0"/>
                <a:cs typeface="Cascadia Mono SemiBold" panose="020B0609020000020004" pitchFamily="49" charset="0"/>
              </a:rPr>
              <a:t>K.RAKSHITHA-22S11A0543</a:t>
            </a:r>
          </a:p>
          <a:p>
            <a:endParaRPr lang="en-IN" dirty="0">
              <a:latin typeface="Cascadia Mono SemiBold" panose="020B0609020000020004" pitchFamily="49" charset="0"/>
              <a:ea typeface="Cascadia Mono SemiBold" panose="020B0609020000020004" pitchFamily="49" charset="0"/>
              <a:cs typeface="Cascadia Mono SemiBold" panose="020B0609020000020004" pitchFamily="49" charset="0"/>
            </a:endParaRPr>
          </a:p>
        </p:txBody>
      </p:sp>
    </p:spTree>
    <p:extLst>
      <p:ext uri="{BB962C8B-B14F-4D97-AF65-F5344CB8AC3E}">
        <p14:creationId xmlns:p14="http://schemas.microsoft.com/office/powerpoint/2010/main" val="336518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rot="16200000">
            <a:off x="-1749423" y="2290758"/>
            <a:ext cx="6276974" cy="2276477"/>
          </a:xfrm>
        </p:spPr>
        <p:txBody>
          <a:bodyPr tIns="0" anchor="ctr">
            <a:noAutofit/>
          </a:bodyPr>
          <a:lstStyle/>
          <a:p>
            <a:r>
              <a:rPr lang="en-US" dirty="0"/>
              <a:t>CONTEXT</a:t>
            </a:r>
          </a:p>
        </p:txBody>
      </p:sp>
      <p:sp>
        <p:nvSpPr>
          <p:cNvPr id="3" name="Content Placeholder 2">
            <a:extLst>
              <a:ext uri="{FF2B5EF4-FFF2-40B4-BE49-F238E27FC236}">
                <a16:creationId xmlns:a16="http://schemas.microsoft.com/office/drawing/2014/main" id="{22788C46-D0BC-4307-AE55-7601A139E7CB}"/>
              </a:ext>
            </a:extLst>
          </p:cNvPr>
          <p:cNvSpPr>
            <a:spLocks noGrp="1"/>
          </p:cNvSpPr>
          <p:nvPr>
            <p:ph sz="quarter" idx="13"/>
          </p:nvPr>
        </p:nvSpPr>
        <p:spPr>
          <a:xfrm>
            <a:off x="5372100" y="290508"/>
            <a:ext cx="3461659" cy="6276975"/>
          </a:xfrm>
        </p:spPr>
        <p:txBody>
          <a:bodyPr vert="horz" lIns="91440" tIns="45720" rIns="91440" bIns="45720" rtlCol="0" anchor="ctr">
            <a:normAutofit lnSpcReduction="10000"/>
          </a:bodyPr>
          <a:lstStyle/>
          <a:p>
            <a:r>
              <a:rPr lang="en-US" dirty="0"/>
              <a:t>Abstract</a:t>
            </a:r>
          </a:p>
          <a:p>
            <a:r>
              <a:rPr lang="en-US" dirty="0"/>
              <a:t> Existing system</a:t>
            </a:r>
          </a:p>
          <a:p>
            <a:r>
              <a:rPr lang="en-US" dirty="0"/>
              <a:t>Disadvantages </a:t>
            </a:r>
          </a:p>
          <a:p>
            <a:r>
              <a:rPr lang="en-US" dirty="0"/>
              <a:t>Proposed system</a:t>
            </a:r>
          </a:p>
          <a:p>
            <a:r>
              <a:rPr lang="en-US" dirty="0"/>
              <a:t>Advantages</a:t>
            </a:r>
          </a:p>
          <a:p>
            <a:r>
              <a:rPr lang="en-US" dirty="0"/>
              <a:t>Introduction</a:t>
            </a:r>
          </a:p>
          <a:p>
            <a:r>
              <a:rPr lang="en-US" dirty="0"/>
              <a:t> System Requirements</a:t>
            </a:r>
          </a:p>
          <a:p>
            <a:r>
              <a:rPr lang="en-US" dirty="0"/>
              <a:t>System Architecture</a:t>
            </a:r>
          </a:p>
          <a:p>
            <a:r>
              <a:rPr lang="en-US"/>
              <a:t>UML Diagrams  </a:t>
            </a:r>
            <a:endParaRPr lang="en-US" dirty="0"/>
          </a:p>
          <a:p>
            <a:r>
              <a:rPr lang="en-US" dirty="0"/>
              <a:t>Software Environment</a:t>
            </a:r>
          </a:p>
          <a:p>
            <a:r>
              <a:rPr lang="en-US" dirty="0"/>
              <a:t>Results</a:t>
            </a:r>
          </a:p>
          <a:p>
            <a:r>
              <a:rPr lang="en-US" dirty="0"/>
              <a:t>Conclusion</a:t>
            </a:r>
          </a:p>
        </p:txBody>
      </p:sp>
    </p:spTree>
    <p:extLst>
      <p:ext uri="{BB962C8B-B14F-4D97-AF65-F5344CB8AC3E}">
        <p14:creationId xmlns:p14="http://schemas.microsoft.com/office/powerpoint/2010/main" val="1929784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674DE4-E247-6221-003F-F5EDF18C756B}"/>
              </a:ext>
            </a:extLst>
          </p:cNvPr>
          <p:cNvSpPr>
            <a:spLocks noGrp="1"/>
          </p:cNvSpPr>
          <p:nvPr>
            <p:ph type="title"/>
          </p:nvPr>
        </p:nvSpPr>
        <p:spPr>
          <a:xfrm rot="16200000">
            <a:off x="-1749423" y="2290758"/>
            <a:ext cx="6276974" cy="2276477"/>
          </a:xfrm>
        </p:spPr>
        <p:txBody>
          <a:bodyPr/>
          <a:lstStyle/>
          <a:p>
            <a:r>
              <a:rPr lang="en-US" dirty="0"/>
              <a:t>ABSTRACT </a:t>
            </a:r>
          </a:p>
        </p:txBody>
      </p:sp>
      <p:sp>
        <p:nvSpPr>
          <p:cNvPr id="2" name="Content Placeholder 1">
            <a:extLst>
              <a:ext uri="{FF2B5EF4-FFF2-40B4-BE49-F238E27FC236}">
                <a16:creationId xmlns:a16="http://schemas.microsoft.com/office/drawing/2014/main" id="{CA15DA1B-2DD8-6AFE-6EA4-2C08AE195716}"/>
              </a:ext>
            </a:extLst>
          </p:cNvPr>
          <p:cNvSpPr>
            <a:spLocks noGrp="1"/>
          </p:cNvSpPr>
          <p:nvPr>
            <p:ph sz="half" idx="2"/>
          </p:nvPr>
        </p:nvSpPr>
        <p:spPr>
          <a:xfrm>
            <a:off x="4080571" y="482884"/>
            <a:ext cx="7734709" cy="5887093"/>
          </a:xfrm>
        </p:spPr>
        <p:txBody>
          <a:bodyPr>
            <a:normAutofit/>
          </a:bodyPr>
          <a:lstStyle/>
          <a:p>
            <a:endParaRPr lang="en-US" sz="2400" dirty="0"/>
          </a:p>
          <a:p>
            <a:r>
              <a:rPr lang="en-US" sz="2400" dirty="0"/>
              <a:t>Researchers are increasingly exploring artificial intelligence (AI) that recognizes, learns, infers, and acts on external information by integrating computing, big data, and machine learning (ML) algorithms. AI is widely applied across industries, and experts aim to standardize ML tools for easier use by non-experts. Research focuses on autonomous ML and ontology construction to standardize concepts. This paper classifies problem-solving steps for autonomous ML as tasks and presents a modeling method using task execution workflows. A task ontology-based model groups UML activities and applies transformation rules to automatically generate and extend ML models based on shared elements, relationships, and processes.</a:t>
            </a:r>
          </a:p>
        </p:txBody>
      </p:sp>
    </p:spTree>
    <p:extLst>
      <p:ext uri="{BB962C8B-B14F-4D97-AF65-F5344CB8AC3E}">
        <p14:creationId xmlns:p14="http://schemas.microsoft.com/office/powerpoint/2010/main" val="33210892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rot="16200000">
            <a:off x="-1749423" y="2290758"/>
            <a:ext cx="6276974" cy="2276477"/>
          </a:xfrm>
        </p:spPr>
        <p:txBody>
          <a:bodyPr/>
          <a:lstStyle/>
          <a:p>
            <a:r>
              <a:rPr lang="en-US" dirty="0"/>
              <a:t>Existing system</a:t>
            </a:r>
          </a:p>
        </p:txBody>
      </p:sp>
      <p:sp>
        <p:nvSpPr>
          <p:cNvPr id="4" name="Content Placeholder 3">
            <a:extLst>
              <a:ext uri="{FF2B5EF4-FFF2-40B4-BE49-F238E27FC236}">
                <a16:creationId xmlns:a16="http://schemas.microsoft.com/office/drawing/2014/main" id="{950677C9-3E42-427F-93B8-526692906471}"/>
              </a:ext>
            </a:extLst>
          </p:cNvPr>
          <p:cNvSpPr>
            <a:spLocks noGrp="1"/>
          </p:cNvSpPr>
          <p:nvPr>
            <p:ph sz="half" idx="2"/>
          </p:nvPr>
        </p:nvSpPr>
        <p:spPr>
          <a:xfrm>
            <a:off x="4465411" y="765809"/>
            <a:ext cx="7029933" cy="5337039"/>
          </a:xfrm>
        </p:spPr>
        <p:txBody>
          <a:bodyPr vert="horz" lIns="91440" tIns="45720" rIns="91440" bIns="45720" rtlCol="0" anchor="t">
            <a:normAutofit/>
          </a:bodyPr>
          <a:lstStyle/>
          <a:p>
            <a:r>
              <a:rPr lang="en-US" sz="2400" dirty="0"/>
              <a:t>The domain ontology can be defined as an 'explicit protocol for conceptualization’ of the problem. A task ontology is defined as 'extracting and organizing the concepts and relations existing in the problem solving process domain-independent'. In particular, a task ontology is a specification of the concept structure for the task execution process. Thus, the core concept is the subject of processing and the procedure of processing for a problem solving. In general, a person becomes a subject in a task ontology. However, in this paper, agents (programs) become subjects to perform the tasks.</a:t>
            </a:r>
          </a:p>
          <a:p>
            <a:endParaRPr lang="en-US" dirty="0"/>
          </a:p>
        </p:txBody>
      </p:sp>
    </p:spTree>
    <p:extLst>
      <p:ext uri="{BB962C8B-B14F-4D97-AF65-F5344CB8AC3E}">
        <p14:creationId xmlns:p14="http://schemas.microsoft.com/office/powerpoint/2010/main" val="2563119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rot="16200000">
            <a:off x="-1749423" y="2290759"/>
            <a:ext cx="6276974" cy="2276477"/>
          </a:xfrm>
        </p:spPr>
        <p:txBody>
          <a:bodyPr tIns="0" anchor="ctr">
            <a:noAutofit/>
          </a:bodyPr>
          <a:lstStyle/>
          <a:p>
            <a:r>
              <a:rPr lang="en-US" dirty="0"/>
              <a:t>Disadvantages </a:t>
            </a:r>
          </a:p>
        </p:txBody>
      </p:sp>
      <p:sp>
        <p:nvSpPr>
          <p:cNvPr id="4" name="Rectangle 1">
            <a:extLst>
              <a:ext uri="{FF2B5EF4-FFF2-40B4-BE49-F238E27FC236}">
                <a16:creationId xmlns:a16="http://schemas.microsoft.com/office/drawing/2014/main" id="{90784475-FFB2-42DD-8F13-E5850EB7E208}"/>
              </a:ext>
            </a:extLst>
          </p:cNvPr>
          <p:cNvSpPr>
            <a:spLocks noGrp="1" noChangeArrowheads="1"/>
          </p:cNvSpPr>
          <p:nvPr>
            <p:ph sz="quarter" idx="13"/>
          </p:nvPr>
        </p:nvSpPr>
        <p:spPr bwMode="auto">
          <a:xfrm>
            <a:off x="3193439" y="443520"/>
            <a:ext cx="8508827"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Gill Sans MT (Body)"/>
            </a:endParaRPr>
          </a:p>
          <a:p>
            <a:pPr marL="0" marR="0" lvl="0" indent="0" algn="l" defTabSz="914400" rtl="0" eaLnBrk="0" fontAlgn="base" latinLnBrk="0" hangingPunct="0">
              <a:lnSpc>
                <a:spcPct val="100000"/>
              </a:lnSpc>
              <a:spcBef>
                <a:spcPct val="0"/>
              </a:spcBef>
              <a:spcAft>
                <a:spcPct val="0"/>
              </a:spcAft>
              <a:buClrTx/>
              <a:buSzTx/>
              <a:tabLst/>
            </a:pPr>
            <a:endParaRPr lang="en-US" altLang="en-US" b="1" dirty="0">
              <a:solidFill>
                <a:schemeClr val="tx1"/>
              </a:solidFill>
              <a:latin typeface="Gill Sans MT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Gill Sans MT (Body)"/>
              </a:rPr>
              <a:t>Early Stage of Development</a:t>
            </a:r>
            <a:r>
              <a:rPr kumimoji="0" lang="en-US" altLang="en-US" sz="1800" i="0" u="none" strike="noStrike" cap="none" normalizeH="0" baseline="0" dirty="0">
                <a:ln>
                  <a:noFill/>
                </a:ln>
                <a:solidFill>
                  <a:schemeClr val="tx1"/>
                </a:solidFill>
                <a:effectLst/>
                <a:latin typeface="Gill Sans MT (Body)"/>
              </a:rPr>
              <a:t>: Autonomous machine learning (</a:t>
            </a:r>
            <a:r>
              <a:rPr kumimoji="0" lang="en-US" altLang="en-US" sz="1800" i="0" u="none" strike="noStrike" cap="none" normalizeH="0" baseline="0" dirty="0" err="1">
                <a:ln>
                  <a:noFill/>
                </a:ln>
                <a:solidFill>
                  <a:schemeClr val="tx1"/>
                </a:solidFill>
                <a:effectLst/>
                <a:latin typeface="Gill Sans MT (Body)"/>
              </a:rPr>
              <a:t>AutoML</a:t>
            </a:r>
            <a:r>
              <a:rPr kumimoji="0" lang="en-US" altLang="en-US" sz="1800" i="0" u="none" strike="noStrike" cap="none" normalizeH="0" baseline="0" dirty="0">
                <a:ln>
                  <a:noFill/>
                </a:ln>
                <a:solidFill>
                  <a:schemeClr val="tx1"/>
                </a:solidFill>
                <a:effectLst/>
                <a:latin typeface="Gill Sans MT (Body)"/>
              </a:rPr>
              <a:t>) is still in its early stages, meaning its capabilities are evolving, and there is significant potential for improvement in automation and efficiency.</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Gill Sans MT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Gill Sans MT (Body)"/>
              </a:rPr>
              <a:t>Task Optimization</a:t>
            </a:r>
            <a:r>
              <a:rPr kumimoji="0" lang="en-US" altLang="en-US" sz="1800" i="0" u="none" strike="noStrike" cap="none" normalizeH="0" baseline="0" dirty="0">
                <a:ln>
                  <a:noFill/>
                </a:ln>
                <a:solidFill>
                  <a:schemeClr val="tx1"/>
                </a:solidFill>
                <a:effectLst/>
                <a:latin typeface="Gill Sans MT (Body)"/>
              </a:rPr>
              <a:t>: Current </a:t>
            </a:r>
            <a:r>
              <a:rPr kumimoji="0" lang="en-US" altLang="en-US" sz="1800" i="0" u="none" strike="noStrike" cap="none" normalizeH="0" baseline="0" dirty="0" err="1">
                <a:ln>
                  <a:noFill/>
                </a:ln>
                <a:solidFill>
                  <a:schemeClr val="tx1"/>
                </a:solidFill>
                <a:effectLst/>
                <a:latin typeface="Gill Sans MT (Body)"/>
              </a:rPr>
              <a:t>AutoML</a:t>
            </a:r>
            <a:r>
              <a:rPr kumimoji="0" lang="en-US" altLang="en-US" sz="1800" i="0" u="none" strike="noStrike" cap="none" normalizeH="0" baseline="0" dirty="0">
                <a:ln>
                  <a:noFill/>
                </a:ln>
                <a:solidFill>
                  <a:schemeClr val="tx1"/>
                </a:solidFill>
                <a:effectLst/>
                <a:latin typeface="Gill Sans MT (Body)"/>
              </a:rPr>
              <a:t> techniques focus on minimizing unnecessary or repetitive tasks in the ML pipeline, reducing manual intervention and saving time for developers and researchers.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Gill Sans MT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Gill Sans MT (Body)"/>
              </a:rPr>
              <a:t>Progressive Refinement: </a:t>
            </a:r>
            <a:r>
              <a:rPr kumimoji="0" lang="en-US" altLang="en-US" sz="1800" i="0" u="none" strike="noStrike" cap="none" normalizeH="0" baseline="0" dirty="0">
                <a:ln>
                  <a:noFill/>
                </a:ln>
                <a:solidFill>
                  <a:schemeClr val="tx1"/>
                </a:solidFill>
                <a:effectLst/>
                <a:latin typeface="Gill Sans MT (Body)"/>
              </a:rPr>
              <a:t>These techniques refine workflows step by step, systematically improving model preparation processes such as feature engineering, hyperparameter tuning, and model selection.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latin typeface="Gill Sans MT (Body)"/>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sng" strike="noStrike" cap="none" normalizeH="0" baseline="0" dirty="0">
                <a:ln>
                  <a:noFill/>
                </a:ln>
                <a:solidFill>
                  <a:schemeClr val="tx1"/>
                </a:solidFill>
                <a:effectLst/>
                <a:latin typeface="Gill Sans MT (Body)"/>
              </a:rPr>
              <a:t>Accuracy Improvement</a:t>
            </a:r>
            <a:r>
              <a:rPr kumimoji="0" lang="en-US" altLang="en-US" sz="1800" i="0" u="none" strike="noStrike" cap="none" normalizeH="0" baseline="0" dirty="0">
                <a:ln>
                  <a:noFill/>
                </a:ln>
                <a:solidFill>
                  <a:schemeClr val="tx1"/>
                </a:solidFill>
                <a:effectLst/>
                <a:latin typeface="Gill Sans MT (Body)"/>
              </a:rPr>
              <a:t>: By streamlining workflows and reducing manual effort, </a:t>
            </a:r>
            <a:r>
              <a:rPr kumimoji="0" lang="en-US" altLang="en-US" sz="1800" i="0" u="none" strike="noStrike" cap="none" normalizeH="0" baseline="0" dirty="0" err="1">
                <a:ln>
                  <a:noFill/>
                </a:ln>
                <a:solidFill>
                  <a:schemeClr val="tx1"/>
                </a:solidFill>
                <a:effectLst/>
                <a:latin typeface="Gill Sans MT (Body)"/>
              </a:rPr>
              <a:t>AutoML</a:t>
            </a:r>
            <a:r>
              <a:rPr kumimoji="0" lang="en-US" altLang="en-US" sz="1800" i="0" u="none" strike="noStrike" cap="none" normalizeH="0" baseline="0" dirty="0">
                <a:ln>
                  <a:noFill/>
                </a:ln>
                <a:solidFill>
                  <a:schemeClr val="tx1"/>
                </a:solidFill>
                <a:effectLst/>
                <a:latin typeface="Gill Sans MT (Body)"/>
              </a:rPr>
              <a:t> enhances the precision and performance of machine learning models, making them more reliable.</a:t>
            </a:r>
          </a:p>
          <a:p>
            <a:pPr marL="0" marR="0" lvl="0" indent="0" algn="l" defTabSz="914400" rtl="0" eaLnBrk="0" fontAlgn="base" latinLnBrk="0" hangingPunct="0">
              <a:lnSpc>
                <a:spcPct val="100000"/>
              </a:lnSpc>
              <a:spcBef>
                <a:spcPct val="0"/>
              </a:spcBef>
              <a:spcAft>
                <a:spcPct val="0"/>
              </a:spcAft>
              <a:buClrTx/>
              <a:buSzTx/>
              <a:tabLst/>
            </a:pPr>
            <a:endParaRPr lang="en-US" altLang="en-US" dirty="0">
              <a:solidFill>
                <a:schemeClr val="tx1"/>
              </a:solidFill>
              <a:latin typeface="Gill Sans MT (Body)"/>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ill Sans MT (Body)"/>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solidFill>
                <a:schemeClr val="tx1"/>
              </a:solidFill>
              <a:latin typeface="Gill Sans MT (Body)"/>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ill Sans MT (Body)"/>
            </a:endParaRPr>
          </a:p>
        </p:txBody>
      </p:sp>
    </p:spTree>
    <p:extLst>
      <p:ext uri="{BB962C8B-B14F-4D97-AF65-F5344CB8AC3E}">
        <p14:creationId xmlns:p14="http://schemas.microsoft.com/office/powerpoint/2010/main" val="1325608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191A4-7839-4F63-B17C-7C366C59488C}"/>
              </a:ext>
            </a:extLst>
          </p:cNvPr>
          <p:cNvSpPr>
            <a:spLocks noGrp="1"/>
          </p:cNvSpPr>
          <p:nvPr>
            <p:ph type="title"/>
          </p:nvPr>
        </p:nvSpPr>
        <p:spPr>
          <a:xfrm rot="16200000">
            <a:off x="-1749423" y="2290758"/>
            <a:ext cx="6276974" cy="2276477"/>
          </a:xfrm>
        </p:spPr>
        <p:txBody>
          <a:bodyPr/>
          <a:lstStyle/>
          <a:p>
            <a:r>
              <a:rPr lang="en-US" dirty="0"/>
              <a:t>Proposed system</a:t>
            </a:r>
          </a:p>
        </p:txBody>
      </p:sp>
      <p:sp>
        <p:nvSpPr>
          <p:cNvPr id="4" name="Content Placeholder 3">
            <a:extLst>
              <a:ext uri="{FF2B5EF4-FFF2-40B4-BE49-F238E27FC236}">
                <a16:creationId xmlns:a16="http://schemas.microsoft.com/office/drawing/2014/main" id="{9B9ED227-95A7-4B08-91FE-5E0EF0D41D20}"/>
              </a:ext>
            </a:extLst>
          </p:cNvPr>
          <p:cNvSpPr>
            <a:spLocks noGrp="1"/>
          </p:cNvSpPr>
          <p:nvPr>
            <p:ph sz="half" idx="2"/>
          </p:nvPr>
        </p:nvSpPr>
        <p:spPr>
          <a:xfrm>
            <a:off x="4851400" y="586739"/>
            <a:ext cx="6643944" cy="5649673"/>
          </a:xfrm>
        </p:spPr>
        <p:txBody>
          <a:bodyPr vert="horz" lIns="91440" tIns="45720" rIns="91440" bIns="45720" rtlCol="0" anchor="ctr">
            <a:normAutofit/>
          </a:bodyPr>
          <a:lstStyle/>
          <a:p>
            <a:endParaRPr lang="en-US" sz="2200" dirty="0"/>
          </a:p>
          <a:p>
            <a:r>
              <a:rPr lang="en-US" sz="2200" dirty="0"/>
              <a:t>In the proposed system, we describe a typical problem solving process for the machine learning as tasks, present their procedure, and propose the modeling method of an autonomous machine learning for using task execution processes. The modeling method of autonomous machine learning based on the task ontology define a structure based grouping method of the UML(Unified Modeling Language) activities and implement a function to automatically generate models based on common elements and structures. The purpose of the proposed autonomous machine learning model is to model autonomous machine learning by reusing existing resources and producing new knowledge through relearning it.   </a:t>
            </a:r>
          </a:p>
          <a:p>
            <a:endParaRPr lang="en-US" dirty="0"/>
          </a:p>
        </p:txBody>
      </p:sp>
    </p:spTree>
    <p:extLst>
      <p:ext uri="{BB962C8B-B14F-4D97-AF65-F5344CB8AC3E}">
        <p14:creationId xmlns:p14="http://schemas.microsoft.com/office/powerpoint/2010/main" val="8583544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1A202-23A3-4F3A-AA92-0172C8D2DA06}"/>
              </a:ext>
            </a:extLst>
          </p:cNvPr>
          <p:cNvSpPr>
            <a:spLocks noGrp="1"/>
          </p:cNvSpPr>
          <p:nvPr>
            <p:ph type="title"/>
          </p:nvPr>
        </p:nvSpPr>
        <p:spPr>
          <a:xfrm rot="16200000">
            <a:off x="-1749423" y="2290758"/>
            <a:ext cx="6276974" cy="2276477"/>
          </a:xfrm>
        </p:spPr>
        <p:txBody>
          <a:bodyPr/>
          <a:lstStyle/>
          <a:p>
            <a:r>
              <a:rPr lang="en-US" dirty="0"/>
              <a:t>Advantages </a:t>
            </a:r>
          </a:p>
        </p:txBody>
      </p:sp>
      <p:sp>
        <p:nvSpPr>
          <p:cNvPr id="3" name="Content Placeholder 2">
            <a:extLst>
              <a:ext uri="{FF2B5EF4-FFF2-40B4-BE49-F238E27FC236}">
                <a16:creationId xmlns:a16="http://schemas.microsoft.com/office/drawing/2014/main" id="{7B943E7C-A74D-4CB3-844B-51917C88C95F}"/>
              </a:ext>
            </a:extLst>
          </p:cNvPr>
          <p:cNvSpPr>
            <a:spLocks noGrp="1"/>
          </p:cNvSpPr>
          <p:nvPr>
            <p:ph sz="quarter" idx="13"/>
          </p:nvPr>
        </p:nvSpPr>
        <p:spPr>
          <a:xfrm>
            <a:off x="4108481" y="892176"/>
            <a:ext cx="7223915" cy="5073648"/>
          </a:xfrm>
        </p:spPr>
        <p:txBody>
          <a:bodyPr vert="horz" lIns="91440" tIns="45720" rIns="91440" bIns="45720" rtlCol="0" anchor="ctr">
            <a:normAutofit/>
          </a:bodyPr>
          <a:lstStyle/>
          <a:p>
            <a:pPr lvl="0"/>
            <a:r>
              <a:rPr lang="en-US" sz="2800" dirty="0">
                <a:solidFill>
                  <a:schemeClr val="accent6">
                    <a:lumMod val="50000"/>
                  </a:schemeClr>
                </a:solidFill>
              </a:rPr>
              <a:t>ML schema is a top-level ontology that provides classes, properties, and constraints for machine learning algorithms, </a:t>
            </a:r>
            <a:r>
              <a:rPr lang="en-US" sz="2800" dirty="0"/>
              <a:t>datasets and experimentation suggested by the W3C(ML Schema community group). </a:t>
            </a:r>
          </a:p>
          <a:p>
            <a:pPr lvl="0"/>
            <a:r>
              <a:rPr lang="en-US" sz="2800" dirty="0"/>
              <a:t>It can be easily extended and refined, and can be mapped to other domain ontologies developed in the field of machine learning and data mining.</a:t>
            </a:r>
          </a:p>
          <a:p>
            <a:endParaRPr lang="en-US" dirty="0"/>
          </a:p>
        </p:txBody>
      </p:sp>
    </p:spTree>
    <p:extLst>
      <p:ext uri="{BB962C8B-B14F-4D97-AF65-F5344CB8AC3E}">
        <p14:creationId xmlns:p14="http://schemas.microsoft.com/office/powerpoint/2010/main" val="445070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0EE83B-C969-5255-77C5-DACF185EDF0D}"/>
              </a:ext>
            </a:extLst>
          </p:cNvPr>
          <p:cNvSpPr>
            <a:spLocks noGrp="1"/>
          </p:cNvSpPr>
          <p:nvPr>
            <p:ph type="title"/>
          </p:nvPr>
        </p:nvSpPr>
        <p:spPr/>
        <p:txBody>
          <a:bodyPr/>
          <a:lstStyle/>
          <a:p>
            <a:r>
              <a:rPr lang="en-IN" dirty="0"/>
              <a:t>INTRODUCTION</a:t>
            </a:r>
          </a:p>
        </p:txBody>
      </p:sp>
      <p:sp>
        <p:nvSpPr>
          <p:cNvPr id="8" name="Rectangle 1">
            <a:extLst>
              <a:ext uri="{FF2B5EF4-FFF2-40B4-BE49-F238E27FC236}">
                <a16:creationId xmlns:a16="http://schemas.microsoft.com/office/drawing/2014/main" id="{3814C948-0C10-1495-C18E-470A1FE6C13D}"/>
              </a:ext>
            </a:extLst>
          </p:cNvPr>
          <p:cNvSpPr>
            <a:spLocks noGrp="1" noChangeArrowheads="1"/>
          </p:cNvSpPr>
          <p:nvPr>
            <p:ph sz="half" idx="2"/>
          </p:nvPr>
        </p:nvSpPr>
        <p:spPr bwMode="auto">
          <a:xfrm>
            <a:off x="2743199" y="675257"/>
            <a:ext cx="9085943"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r>
              <a:rPr kumimoji="0" lang="en-US" altLang="en-US" sz="1600" i="0" u="none" strike="noStrike" cap="none" normalizeH="0" baseline="0" dirty="0">
                <a:ln>
                  <a:noFill/>
                </a:ln>
                <a:solidFill>
                  <a:srgbClr val="1B1C1D"/>
                </a:solidFill>
                <a:effectLst/>
              </a:rPr>
              <a:t>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50000"/>
                  </a:schemeClr>
                </a:solidFill>
                <a:effectLst/>
              </a:rPr>
              <a:t>While open-source ML frameworks lower entry barriers, fully autonomous ML is still evolving. </a:t>
            </a:r>
            <a:r>
              <a:rPr kumimoji="0" lang="en-US" altLang="en-US" sz="1600" i="0" u="none" strike="noStrike" cap="none" normalizeH="0" baseline="0" dirty="0" err="1">
                <a:ln>
                  <a:noFill/>
                </a:ln>
                <a:solidFill>
                  <a:schemeClr val="accent6">
                    <a:lumMod val="50000"/>
                  </a:schemeClr>
                </a:solidFill>
                <a:effectLst/>
              </a:rPr>
              <a:t>AutoML</a:t>
            </a:r>
            <a:r>
              <a:rPr kumimoji="0" lang="en-US" altLang="en-US" sz="1600" i="0" u="none" strike="noStrike" cap="none" normalizeH="0" baseline="0" dirty="0">
                <a:ln>
                  <a:noFill/>
                </a:ln>
                <a:solidFill>
                  <a:schemeClr val="accent6">
                    <a:lumMod val="50000"/>
                  </a:schemeClr>
                </a:solidFill>
                <a:effectLst/>
              </a:rPr>
              <a:t> aims to select optimal algorithms and hyper-parameters automatically.</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50000"/>
                  </a:schemeClr>
                </a:solidFill>
                <a:effectLst/>
              </a:rPr>
              <a:t>Use a Task Ontology—an explicit, domain-independent structure of concepts and relations in a problem-solving process—to model the ML task execution.</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50000"/>
                  </a:schemeClr>
                </a:solidFill>
                <a:effectLst/>
              </a:rPr>
              <a:t>Modeling Method:</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50000"/>
                  </a:schemeClr>
                </a:solidFill>
                <a:effectLst/>
              </a:rPr>
              <a:t>Abstraction: Core ML components (like </a:t>
            </a:r>
            <a:r>
              <a:rPr kumimoji="0" lang="en-US" altLang="en-US" sz="1600" i="0" u="none" strike="noStrike" cap="none" normalizeH="0" baseline="0" dirty="0" err="1">
                <a:ln>
                  <a:noFill/>
                </a:ln>
                <a:solidFill>
                  <a:schemeClr val="accent6">
                    <a:lumMod val="50000"/>
                  </a:schemeClr>
                </a:solidFill>
                <a:effectLst/>
              </a:rPr>
              <a:t>Keras</a:t>
            </a:r>
            <a:r>
              <a:rPr kumimoji="0" lang="en-US" altLang="en-US" sz="1600" i="0" u="none" strike="noStrike" cap="none" normalizeH="0" baseline="0" dirty="0">
                <a:ln>
                  <a:noFill/>
                </a:ln>
                <a:solidFill>
                  <a:schemeClr val="accent6">
                    <a:lumMod val="50000"/>
                  </a:schemeClr>
                </a:solidFill>
                <a:effectLst/>
              </a:rPr>
              <a:t> objectives, optimizers, etc.) are standardized and abstracted based on metadata using existing resources like ML Schema and the MEX vocabulary.</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50000"/>
                  </a:schemeClr>
                </a:solidFill>
                <a:effectLst/>
              </a:rPr>
              <a:t>Structure: This knowledge is organized into UML (Unified Modeling Language)-based Metamodels, where the core classes are Tasks and Processes.</a:t>
            </a:r>
          </a:p>
          <a:p>
            <a:pPr marL="457200" marR="0" lvl="1" indent="0" algn="l"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50000"/>
                  </a:schemeClr>
                </a:solidFill>
                <a:effectLst/>
              </a:rPr>
              <a:t>Automation: The model implements a function to automatically generate ML models by reusing existing resources and identifying common structures and elements.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600" i="0" u="none" strike="noStrike" cap="none" normalizeH="0" baseline="0" dirty="0">
                <a:ln>
                  <a:noFill/>
                </a:ln>
                <a:solidFill>
                  <a:schemeClr val="accent6">
                    <a:lumMod val="50000"/>
                  </a:schemeClr>
                </a:solidFill>
                <a:effectLst/>
              </a:rPr>
              <a:t>To achieve consistency, reusability, and implementation-readiness in </a:t>
            </a:r>
            <a:r>
              <a:rPr kumimoji="0" lang="en-US" altLang="en-US" sz="1600" i="0" u="none" strike="noStrike" cap="none" normalizeH="0" baseline="0" dirty="0" err="1">
                <a:ln>
                  <a:noFill/>
                </a:ln>
                <a:solidFill>
                  <a:schemeClr val="accent6">
                    <a:lumMod val="50000"/>
                  </a:schemeClr>
                </a:solidFill>
                <a:effectLst/>
              </a:rPr>
              <a:t>AutoML</a:t>
            </a:r>
            <a:r>
              <a:rPr kumimoji="0" lang="en-US" altLang="en-US" sz="1600" i="0" u="none" strike="noStrike" cap="none" normalizeH="0" baseline="0" dirty="0">
                <a:ln>
                  <a:noFill/>
                </a:ln>
                <a:solidFill>
                  <a:schemeClr val="accent6">
                    <a:lumMod val="50000"/>
                  </a:schemeClr>
                </a:solidFill>
                <a:effectLst/>
              </a:rPr>
              <a:t> by formally specifying the knowledge base for task execution.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41819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a:xfrm rot="16200000">
            <a:off x="-1749423" y="2290758"/>
            <a:ext cx="6276974" cy="2276477"/>
          </a:xfrm>
        </p:spPr>
        <p:txBody>
          <a:bodyPr/>
          <a:lstStyle/>
          <a:p>
            <a:r>
              <a:rPr lang="en-US" dirty="0"/>
              <a:t>System requirements </a:t>
            </a:r>
          </a:p>
        </p:txBody>
      </p:sp>
      <p:sp>
        <p:nvSpPr>
          <p:cNvPr id="5" name="Content Placeholder 4">
            <a:extLst>
              <a:ext uri="{FF2B5EF4-FFF2-40B4-BE49-F238E27FC236}">
                <a16:creationId xmlns:a16="http://schemas.microsoft.com/office/drawing/2014/main" id="{BDB9D020-1E25-453D-83DF-1420ACD3968D}"/>
              </a:ext>
            </a:extLst>
          </p:cNvPr>
          <p:cNvSpPr>
            <a:spLocks noGrp="1"/>
          </p:cNvSpPr>
          <p:nvPr>
            <p:ph sz="half" idx="14"/>
          </p:nvPr>
        </p:nvSpPr>
        <p:spPr>
          <a:xfrm>
            <a:off x="3328836" y="495724"/>
            <a:ext cx="8129295" cy="5866544"/>
          </a:xfrm>
        </p:spPr>
        <p:txBody>
          <a:bodyPr vert="horz" lIns="91440" tIns="45720" rIns="91440" bIns="45720" rtlCol="0" anchor="t">
            <a:normAutofit fontScale="92500" lnSpcReduction="20000"/>
          </a:bodyPr>
          <a:lstStyle/>
          <a:p>
            <a:r>
              <a:rPr lang="en-US" b="1" u="sng" dirty="0">
                <a:latin typeface="+mj-lt"/>
              </a:rPr>
              <a:t>HARDWARE REQUIREMENTS:</a:t>
            </a:r>
            <a:endParaRPr lang="en-US" dirty="0">
              <a:latin typeface="+mj-lt"/>
            </a:endParaRPr>
          </a:p>
          <a:p>
            <a:pPr lvl="0"/>
            <a:r>
              <a:rPr lang="en-GB" b="1" dirty="0">
                <a:latin typeface="+mj-lt"/>
              </a:rPr>
              <a:t>System		:   </a:t>
            </a:r>
            <a:r>
              <a:rPr lang="en-GB" dirty="0">
                <a:latin typeface="+mj-lt"/>
              </a:rPr>
              <a:t>Pentium IV 2.4 GHz.</a:t>
            </a:r>
            <a:endParaRPr lang="en-US" dirty="0">
              <a:latin typeface="+mj-lt"/>
            </a:endParaRPr>
          </a:p>
          <a:p>
            <a:pPr lvl="0"/>
            <a:r>
              <a:rPr lang="en-GB" b="1" dirty="0">
                <a:latin typeface="+mj-lt"/>
              </a:rPr>
              <a:t>Hard Disk	               :   </a:t>
            </a:r>
            <a:r>
              <a:rPr lang="en-GB" dirty="0">
                <a:latin typeface="+mj-lt"/>
              </a:rPr>
              <a:t>1 TB.</a:t>
            </a:r>
            <a:endParaRPr lang="en-US" dirty="0">
              <a:latin typeface="+mj-lt"/>
            </a:endParaRPr>
          </a:p>
          <a:p>
            <a:pPr lvl="0"/>
            <a:r>
              <a:rPr lang="en-GB" b="1" dirty="0">
                <a:latin typeface="+mj-lt"/>
              </a:rPr>
              <a:t>Floppy Drive		:   </a:t>
            </a:r>
            <a:r>
              <a:rPr lang="en-GB" dirty="0">
                <a:latin typeface="+mj-lt"/>
              </a:rPr>
              <a:t>1.44 Mb.</a:t>
            </a:r>
            <a:endParaRPr lang="en-US" dirty="0">
              <a:latin typeface="+mj-lt"/>
            </a:endParaRPr>
          </a:p>
          <a:p>
            <a:pPr lvl="0"/>
            <a:r>
              <a:rPr lang="en-GB" b="1" dirty="0">
                <a:latin typeface="+mj-lt"/>
              </a:rPr>
              <a:t>Monitor	          	</a:t>
            </a:r>
            <a:r>
              <a:rPr lang="en-GB" dirty="0">
                <a:latin typeface="+mj-lt"/>
              </a:rPr>
              <a:t>:   14’ Colour Monitor.</a:t>
            </a:r>
            <a:endParaRPr lang="en-US" dirty="0">
              <a:latin typeface="+mj-lt"/>
            </a:endParaRPr>
          </a:p>
          <a:p>
            <a:pPr lvl="0"/>
            <a:r>
              <a:rPr lang="en-GB" b="1" dirty="0">
                <a:latin typeface="+mj-lt"/>
              </a:rPr>
              <a:t>Mouse			:   </a:t>
            </a:r>
            <a:r>
              <a:rPr lang="en-GB" dirty="0">
                <a:latin typeface="+mj-lt"/>
              </a:rPr>
              <a:t>Optical Mouse.</a:t>
            </a:r>
            <a:endParaRPr lang="en-US" dirty="0">
              <a:latin typeface="+mj-lt"/>
            </a:endParaRPr>
          </a:p>
          <a:p>
            <a:pPr lvl="0"/>
            <a:r>
              <a:rPr lang="en-GB" b="1" dirty="0">
                <a:latin typeface="+mj-lt"/>
              </a:rPr>
              <a:t>Ram		          	:   </a:t>
            </a:r>
            <a:r>
              <a:rPr lang="en-GB" dirty="0">
                <a:latin typeface="+mj-lt"/>
              </a:rPr>
              <a:t>4 GB.</a:t>
            </a:r>
            <a:endParaRPr lang="en-US" dirty="0">
              <a:latin typeface="+mj-lt"/>
            </a:endParaRPr>
          </a:p>
          <a:p>
            <a:r>
              <a:rPr lang="en-US" b="1" u="sng" dirty="0">
                <a:latin typeface="+mj-lt"/>
              </a:rPr>
              <a:t>SOFTWARE REQUIREMENTS:</a:t>
            </a:r>
            <a:endParaRPr lang="en-US" dirty="0">
              <a:latin typeface="+mj-lt"/>
            </a:endParaRPr>
          </a:p>
          <a:p>
            <a:pPr lvl="0"/>
            <a:r>
              <a:rPr lang="en-US" b="1" dirty="0">
                <a:latin typeface="+mj-lt"/>
              </a:rPr>
              <a:t>Operating system 		:   </a:t>
            </a:r>
            <a:r>
              <a:rPr lang="en-US" dirty="0">
                <a:latin typeface="+mj-lt"/>
              </a:rPr>
              <a:t>Windows 7 Ultimate.</a:t>
            </a:r>
          </a:p>
          <a:p>
            <a:pPr lvl="0"/>
            <a:r>
              <a:rPr lang="en-US" b="1" dirty="0">
                <a:latin typeface="+mj-lt"/>
              </a:rPr>
              <a:t>Coding Language		:   </a:t>
            </a:r>
            <a:r>
              <a:rPr lang="en-US" dirty="0">
                <a:latin typeface="+mj-lt"/>
              </a:rPr>
              <a:t>Python.</a:t>
            </a:r>
          </a:p>
          <a:p>
            <a:pPr lvl="0"/>
            <a:r>
              <a:rPr lang="en-US" b="1" dirty="0">
                <a:latin typeface="+mj-lt"/>
              </a:rPr>
              <a:t>Front-End			:   </a:t>
            </a:r>
            <a:r>
              <a:rPr lang="en-US" dirty="0">
                <a:latin typeface="+mj-lt"/>
              </a:rPr>
              <a:t>Python.</a:t>
            </a:r>
          </a:p>
          <a:p>
            <a:pPr lvl="0"/>
            <a:r>
              <a:rPr lang="en-US" b="1" dirty="0">
                <a:latin typeface="+mj-lt"/>
              </a:rPr>
              <a:t>Designing			:</a:t>
            </a:r>
            <a:r>
              <a:rPr lang="en-US" dirty="0">
                <a:latin typeface="+mj-lt"/>
              </a:rPr>
              <a:t>   Html, </a:t>
            </a:r>
            <a:r>
              <a:rPr lang="en-US" dirty="0" err="1">
                <a:latin typeface="+mj-lt"/>
              </a:rPr>
              <a:t>css</a:t>
            </a:r>
            <a:r>
              <a:rPr lang="en-US" dirty="0">
                <a:latin typeface="+mj-lt"/>
              </a:rPr>
              <a:t>, </a:t>
            </a:r>
            <a:r>
              <a:rPr lang="en-US" dirty="0" err="1">
                <a:latin typeface="+mj-lt"/>
              </a:rPr>
              <a:t>javascript</a:t>
            </a:r>
            <a:r>
              <a:rPr lang="en-US" dirty="0">
                <a:latin typeface="+mj-lt"/>
              </a:rPr>
              <a:t>.</a:t>
            </a:r>
          </a:p>
          <a:p>
            <a:pPr lvl="0"/>
            <a:r>
              <a:rPr lang="en-US" b="1" dirty="0">
                <a:latin typeface="+mj-lt"/>
              </a:rPr>
              <a:t>Data Base			:   </a:t>
            </a:r>
            <a:r>
              <a:rPr lang="en-US" dirty="0">
                <a:latin typeface="+mj-lt"/>
              </a:rPr>
              <a:t>MySQL.</a:t>
            </a:r>
          </a:p>
          <a:p>
            <a:pPr lvl="0"/>
            <a:r>
              <a:rPr lang="en-US" b="1" dirty="0">
                <a:latin typeface="+mj-lt"/>
              </a:rPr>
              <a:t>FRAME WORK	</a:t>
            </a:r>
            <a:r>
              <a:rPr lang="en-US" dirty="0">
                <a:latin typeface="+mj-lt"/>
              </a:rPr>
              <a:t>		:   DJANGO</a:t>
            </a:r>
          </a:p>
          <a:p>
            <a:endParaRPr lang="en-US" dirty="0"/>
          </a:p>
        </p:txBody>
      </p:sp>
    </p:spTree>
    <p:extLst>
      <p:ext uri="{BB962C8B-B14F-4D97-AF65-F5344CB8AC3E}">
        <p14:creationId xmlns:p14="http://schemas.microsoft.com/office/powerpoint/2010/main" val="3855623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A6E4E-1454-076E-4F26-05E2F4BC1A22}"/>
              </a:ext>
            </a:extLst>
          </p:cNvPr>
          <p:cNvSpPr>
            <a:spLocks noGrp="1"/>
          </p:cNvSpPr>
          <p:nvPr>
            <p:ph type="title"/>
          </p:nvPr>
        </p:nvSpPr>
        <p:spPr/>
        <p:txBody>
          <a:bodyPr/>
          <a:lstStyle/>
          <a:p>
            <a:r>
              <a:rPr lang="en-IN" dirty="0"/>
              <a:t>SYSTEM ARCHITECTURE</a:t>
            </a:r>
          </a:p>
        </p:txBody>
      </p:sp>
      <p:sp>
        <p:nvSpPr>
          <p:cNvPr id="3" name="Content Placeholder 2">
            <a:extLst>
              <a:ext uri="{FF2B5EF4-FFF2-40B4-BE49-F238E27FC236}">
                <a16:creationId xmlns:a16="http://schemas.microsoft.com/office/drawing/2014/main" id="{0B7DE7EE-5D77-D292-4ACB-CB7C4FBA5231}"/>
              </a:ext>
            </a:extLst>
          </p:cNvPr>
          <p:cNvSpPr>
            <a:spLocks noGrp="1"/>
          </p:cNvSpPr>
          <p:nvPr>
            <p:ph sz="half" idx="2"/>
          </p:nvPr>
        </p:nvSpPr>
        <p:spPr>
          <a:xfrm>
            <a:off x="4051544" y="789086"/>
            <a:ext cx="6340685" cy="5279820"/>
          </a:xfrm>
        </p:spPr>
        <p:txBody>
          <a:bodyPr>
            <a:normAutofit/>
          </a:bodyPr>
          <a:lstStyle/>
          <a:p>
            <a:pPr marL="0" indent="0">
              <a:buNone/>
            </a:pPr>
            <a:r>
              <a:rPr lang="en-US" dirty="0"/>
              <a:t>The DFD is a simple graphical formalism that provides a clear representation of a system by focusing on the flow of information. Its primary functions are to:</a:t>
            </a:r>
          </a:p>
          <a:p>
            <a:pPr>
              <a:buFont typeface="+mj-lt"/>
              <a:buAutoNum type="arabicPeriod"/>
            </a:pPr>
            <a:r>
              <a:rPr lang="en-US" dirty="0"/>
              <a:t>Model Components: Show the essential parts of a system, including its processes, the data those processes use, external entities that interact with the system, and the information flows themselves.</a:t>
            </a:r>
          </a:p>
          <a:p>
            <a:pPr>
              <a:buFont typeface="+mj-lt"/>
              <a:buAutoNum type="arabicPeriod"/>
            </a:pPr>
            <a:r>
              <a:rPr lang="en-US" dirty="0"/>
              <a:t>Depict Transformation: Illustrate how information moves through a system, starting from its input and showing how it is modified by a series of transformations until the output data is generated.</a:t>
            </a:r>
          </a:p>
          <a:p>
            <a:pPr marL="0" indent="0">
              <a:buNone/>
            </a:pPr>
            <a:r>
              <a:rPr lang="en-US" dirty="0"/>
              <a:t>A DFD can be used to represent a system at any level of abstraction. It can be partitioned into levels to represent increasing detail regarding both the information flow and the system's functional specifics.</a:t>
            </a:r>
          </a:p>
        </p:txBody>
      </p:sp>
    </p:spTree>
    <p:extLst>
      <p:ext uri="{BB962C8B-B14F-4D97-AF65-F5344CB8AC3E}">
        <p14:creationId xmlns:p14="http://schemas.microsoft.com/office/powerpoint/2010/main" val="1004694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FC4E8-43D5-33EF-75E3-F069A9E51D73}"/>
              </a:ext>
            </a:extLst>
          </p:cNvPr>
          <p:cNvSpPr>
            <a:spLocks noGrp="1"/>
          </p:cNvSpPr>
          <p:nvPr>
            <p:ph type="title"/>
          </p:nvPr>
        </p:nvSpPr>
        <p:spPr/>
        <p:txBody>
          <a:bodyPr/>
          <a:lstStyle/>
          <a:p>
            <a:r>
              <a:rPr lang="en-IN" dirty="0"/>
              <a:t>System architecture</a:t>
            </a:r>
          </a:p>
        </p:txBody>
      </p:sp>
      <p:pic>
        <p:nvPicPr>
          <p:cNvPr id="5" name="Content Placeholder 4">
            <a:extLst>
              <a:ext uri="{FF2B5EF4-FFF2-40B4-BE49-F238E27FC236}">
                <a16:creationId xmlns:a16="http://schemas.microsoft.com/office/drawing/2014/main" id="{DB1F09B3-7FB3-3F74-F972-0EC9101EE57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2527303" y="290509"/>
            <a:ext cx="9413872" cy="6276975"/>
          </a:xfrm>
          <a:prstGeom prst="rect">
            <a:avLst/>
          </a:prstGeom>
          <a:noFill/>
          <a:ln>
            <a:noFill/>
          </a:ln>
        </p:spPr>
      </p:pic>
    </p:spTree>
    <p:extLst>
      <p:ext uri="{BB962C8B-B14F-4D97-AF65-F5344CB8AC3E}">
        <p14:creationId xmlns:p14="http://schemas.microsoft.com/office/powerpoint/2010/main" val="22723018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FC4E8-43D5-33EF-75E3-F069A9E51D73}"/>
              </a:ext>
            </a:extLst>
          </p:cNvPr>
          <p:cNvSpPr>
            <a:spLocks noGrp="1"/>
          </p:cNvSpPr>
          <p:nvPr>
            <p:ph type="title"/>
          </p:nvPr>
        </p:nvSpPr>
        <p:spPr/>
        <p:txBody>
          <a:bodyPr/>
          <a:lstStyle/>
          <a:p>
            <a:r>
              <a:rPr lang="en-IN" dirty="0"/>
              <a:t>System architecture</a:t>
            </a:r>
          </a:p>
        </p:txBody>
      </p:sp>
      <p:pic>
        <p:nvPicPr>
          <p:cNvPr id="6" name="Content Placeholder 5">
            <a:extLst>
              <a:ext uri="{FF2B5EF4-FFF2-40B4-BE49-F238E27FC236}">
                <a16:creationId xmlns:a16="http://schemas.microsoft.com/office/drawing/2014/main" id="{ABC57394-595A-A61D-101E-43824548460D}"/>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2527303" y="290509"/>
            <a:ext cx="9413872" cy="6276975"/>
          </a:xfrm>
          <a:prstGeom prst="rect">
            <a:avLst/>
          </a:prstGeom>
          <a:noFill/>
          <a:ln>
            <a:noFill/>
          </a:ln>
        </p:spPr>
      </p:pic>
    </p:spTree>
    <p:extLst>
      <p:ext uri="{BB962C8B-B14F-4D97-AF65-F5344CB8AC3E}">
        <p14:creationId xmlns:p14="http://schemas.microsoft.com/office/powerpoint/2010/main" val="3923293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DF48A-077B-A13A-4771-06D0A0009189}"/>
              </a:ext>
            </a:extLst>
          </p:cNvPr>
          <p:cNvSpPr>
            <a:spLocks noGrp="1"/>
          </p:cNvSpPr>
          <p:nvPr>
            <p:ph type="title"/>
          </p:nvPr>
        </p:nvSpPr>
        <p:spPr/>
        <p:txBody>
          <a:bodyPr/>
          <a:lstStyle/>
          <a:p>
            <a:r>
              <a:rPr lang="en-IN" dirty="0" err="1"/>
              <a:t>Uml</a:t>
            </a:r>
            <a:r>
              <a:rPr lang="en-IN" dirty="0"/>
              <a:t> diagrams </a:t>
            </a:r>
          </a:p>
        </p:txBody>
      </p:sp>
      <p:sp>
        <p:nvSpPr>
          <p:cNvPr id="3" name="Content Placeholder 2">
            <a:extLst>
              <a:ext uri="{FF2B5EF4-FFF2-40B4-BE49-F238E27FC236}">
                <a16:creationId xmlns:a16="http://schemas.microsoft.com/office/drawing/2014/main" id="{A764AEB1-DDAD-8BE4-CCF4-CC3C2CD89ABC}"/>
              </a:ext>
            </a:extLst>
          </p:cNvPr>
          <p:cNvSpPr>
            <a:spLocks noGrp="1"/>
          </p:cNvSpPr>
          <p:nvPr>
            <p:ph sz="half" idx="14"/>
          </p:nvPr>
        </p:nvSpPr>
        <p:spPr>
          <a:xfrm>
            <a:off x="3305842" y="867412"/>
            <a:ext cx="8189472" cy="5123178"/>
          </a:xfrm>
        </p:spPr>
        <p:txBody>
          <a:bodyPr/>
          <a:lstStyle/>
          <a:p>
            <a:r>
              <a:rPr lang="en-US" dirty="0"/>
              <a:t>UML stands for Unified Modeling Language. It is a standardized, general-purpose modeling language used primarily in object-oriented software engineering. The main goal of UML is to serve as a common language for modeling computer software. It provides a visual way to plan and describe a system before it is built, much like blueprints for a building. </a:t>
            </a:r>
          </a:p>
          <a:p>
            <a:r>
              <a:rPr lang="en-US" dirty="0"/>
              <a:t>UML represents a collection of best engineering practices proven successful in modeling large and complex systems. It is essential to the modern software development process.</a:t>
            </a:r>
          </a:p>
          <a:p>
            <a:r>
              <a:rPr lang="en-US" dirty="0"/>
              <a:t>In its current form, UML consists of two main parts:</a:t>
            </a:r>
          </a:p>
          <a:p>
            <a:pPr>
              <a:buFont typeface="+mj-lt"/>
              <a:buAutoNum type="arabicPeriod"/>
            </a:pPr>
            <a:r>
              <a:rPr lang="en-US" dirty="0"/>
              <a:t>A Meta-model (the rules and structure of the language).</a:t>
            </a:r>
          </a:p>
          <a:p>
            <a:pPr>
              <a:buFont typeface="+mj-lt"/>
              <a:buAutoNum type="arabicPeriod"/>
            </a:pPr>
            <a:r>
              <a:rPr lang="en-US" dirty="0"/>
              <a:t>A Notation (the graphical symbols used in the diagrams).</a:t>
            </a:r>
          </a:p>
          <a:p>
            <a:r>
              <a:rPr lang="en-US" dirty="0"/>
              <a:t>It uses mostly graphical notations to express the design of software projects. The standard is managed by the Object Management Group (OMG).</a:t>
            </a:r>
          </a:p>
          <a:p>
            <a:endParaRPr lang="en-US" dirty="0"/>
          </a:p>
          <a:p>
            <a:endParaRPr lang="en-US" dirty="0"/>
          </a:p>
          <a:p>
            <a:endParaRPr lang="en-IN" dirty="0"/>
          </a:p>
        </p:txBody>
      </p:sp>
    </p:spTree>
    <p:extLst>
      <p:ext uri="{BB962C8B-B14F-4D97-AF65-F5344CB8AC3E}">
        <p14:creationId xmlns:p14="http://schemas.microsoft.com/office/powerpoint/2010/main" val="39278921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22662-B93F-BD1D-1B82-12BB5B10FDA0}"/>
              </a:ext>
            </a:extLst>
          </p:cNvPr>
          <p:cNvSpPr>
            <a:spLocks noGrp="1"/>
          </p:cNvSpPr>
          <p:nvPr>
            <p:ph type="title"/>
          </p:nvPr>
        </p:nvSpPr>
        <p:spPr/>
        <p:txBody>
          <a:bodyPr/>
          <a:lstStyle/>
          <a:p>
            <a:r>
              <a:rPr lang="en-IN" dirty="0"/>
              <a:t>USE CASE DIAGRAM</a:t>
            </a:r>
          </a:p>
        </p:txBody>
      </p:sp>
      <p:sp>
        <p:nvSpPr>
          <p:cNvPr id="3" name="Content Placeholder 2">
            <a:extLst>
              <a:ext uri="{FF2B5EF4-FFF2-40B4-BE49-F238E27FC236}">
                <a16:creationId xmlns:a16="http://schemas.microsoft.com/office/drawing/2014/main" id="{0BE14BAB-96BC-BCF4-45D2-CF40208378FC}"/>
              </a:ext>
            </a:extLst>
          </p:cNvPr>
          <p:cNvSpPr>
            <a:spLocks noGrp="1"/>
          </p:cNvSpPr>
          <p:nvPr>
            <p:ph sz="half" idx="14"/>
          </p:nvPr>
        </p:nvSpPr>
        <p:spPr/>
        <p:txBody>
          <a:bodyPr/>
          <a:lstStyle/>
          <a:p>
            <a:r>
              <a:rPr lang="en-US" b="1" dirty="0"/>
              <a:t>A Use Case Diagram </a:t>
            </a:r>
            <a:r>
              <a:rPr lang="en-US" dirty="0"/>
              <a:t>in the Unified Modeling Language (UML) is a behavioral diagram that provides a graphical overview of a system's functionality.</a:t>
            </a:r>
          </a:p>
          <a:p>
            <a:r>
              <a:rPr lang="en-US" dirty="0"/>
              <a:t>Its primary purpose is to show what system functions are performed for which actor.</a:t>
            </a:r>
          </a:p>
          <a:p>
            <a:r>
              <a:rPr lang="en-US" dirty="0"/>
              <a:t>Essentially, it quickly depicts the roles of the actors and the high-level functional requirements of the system.</a:t>
            </a:r>
          </a:p>
          <a:p>
            <a:endParaRPr lang="en-IN" dirty="0"/>
          </a:p>
        </p:txBody>
      </p:sp>
      <p:pic>
        <p:nvPicPr>
          <p:cNvPr id="5" name="Content Placeholder 4">
            <a:extLst>
              <a:ext uri="{FF2B5EF4-FFF2-40B4-BE49-F238E27FC236}">
                <a16:creationId xmlns:a16="http://schemas.microsoft.com/office/drawing/2014/main" id="{31C72290-5047-4424-C6AC-E0DE68EDAEF8}"/>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724197" y="290509"/>
            <a:ext cx="4741863" cy="3138491"/>
          </a:xfrm>
          <a:prstGeom prst="rect">
            <a:avLst/>
          </a:prstGeom>
          <a:noFill/>
          <a:ln>
            <a:noFill/>
          </a:ln>
        </p:spPr>
      </p:pic>
      <p:pic>
        <p:nvPicPr>
          <p:cNvPr id="6" name="Picture 5">
            <a:extLst>
              <a:ext uri="{FF2B5EF4-FFF2-40B4-BE49-F238E27FC236}">
                <a16:creationId xmlns:a16="http://schemas.microsoft.com/office/drawing/2014/main" id="{2F3822B7-73F5-663E-7EA8-8B54B33EE38A}"/>
              </a:ext>
            </a:extLst>
          </p:cNvPr>
          <p:cNvPicPr>
            <a:picLocks noChangeAspect="1"/>
          </p:cNvPicPr>
          <p:nvPr/>
        </p:nvPicPr>
        <p:blipFill>
          <a:blip r:embed="rId3"/>
          <a:srcRect/>
          <a:stretch>
            <a:fillRect/>
          </a:stretch>
        </p:blipFill>
        <p:spPr bwMode="auto">
          <a:xfrm>
            <a:off x="6724197" y="3428996"/>
            <a:ext cx="4741863" cy="3138488"/>
          </a:xfrm>
          <a:prstGeom prst="rect">
            <a:avLst/>
          </a:prstGeom>
          <a:noFill/>
          <a:ln w="9525">
            <a:noFill/>
            <a:miter lim="800000"/>
            <a:headEnd/>
            <a:tailEnd/>
          </a:ln>
        </p:spPr>
      </p:pic>
    </p:spTree>
    <p:extLst>
      <p:ext uri="{BB962C8B-B14F-4D97-AF65-F5344CB8AC3E}">
        <p14:creationId xmlns:p14="http://schemas.microsoft.com/office/powerpoint/2010/main" val="22889041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D761C-0D99-49B4-95B0-FD9AA0BF5E9B}"/>
              </a:ext>
            </a:extLst>
          </p:cNvPr>
          <p:cNvSpPr>
            <a:spLocks noGrp="1"/>
          </p:cNvSpPr>
          <p:nvPr>
            <p:ph type="title"/>
          </p:nvPr>
        </p:nvSpPr>
        <p:spPr/>
        <p:txBody>
          <a:bodyPr/>
          <a:lstStyle/>
          <a:p>
            <a:r>
              <a:rPr lang="en-IN" dirty="0"/>
              <a:t>CLASS DIAGRAM</a:t>
            </a:r>
          </a:p>
        </p:txBody>
      </p:sp>
      <p:sp>
        <p:nvSpPr>
          <p:cNvPr id="3" name="Content Placeholder 2">
            <a:extLst>
              <a:ext uri="{FF2B5EF4-FFF2-40B4-BE49-F238E27FC236}">
                <a16:creationId xmlns:a16="http://schemas.microsoft.com/office/drawing/2014/main" id="{E6ABF261-DAF0-3006-4D7F-EE71E9C6A435}"/>
              </a:ext>
            </a:extLst>
          </p:cNvPr>
          <p:cNvSpPr>
            <a:spLocks noGrp="1"/>
          </p:cNvSpPr>
          <p:nvPr>
            <p:ph sz="half" idx="14"/>
          </p:nvPr>
        </p:nvSpPr>
        <p:spPr>
          <a:xfrm>
            <a:off x="2835708" y="829217"/>
            <a:ext cx="3661014" cy="3936822"/>
          </a:xfrm>
        </p:spPr>
        <p:txBody>
          <a:bodyPr/>
          <a:lstStyle/>
          <a:p>
            <a:r>
              <a:rPr lang="en-US" sz="2000" dirty="0">
                <a:solidFill>
                  <a:schemeClr val="accent6">
                    <a:lumMod val="50000"/>
                  </a:schemeClr>
                </a:solidFill>
                <a:effectLst/>
                <a:ea typeface="Cambria" panose="02040503050406030204" pitchFamily="18" charset="0"/>
                <a:cs typeface="Cambria" panose="02040503050406030204"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endParaRPr lang="en-IN" sz="2000" dirty="0">
              <a:solidFill>
                <a:schemeClr val="accent6">
                  <a:lumMod val="50000"/>
                </a:schemeClr>
              </a:solidFill>
              <a:effectLst/>
              <a:ea typeface="Cambria" panose="02040503050406030204" pitchFamily="18" charset="0"/>
              <a:cs typeface="Cambria" panose="02040503050406030204" pitchFamily="18" charset="0"/>
            </a:endParaRPr>
          </a:p>
          <a:p>
            <a:endParaRPr lang="en-IN" dirty="0"/>
          </a:p>
        </p:txBody>
      </p:sp>
      <p:pic>
        <p:nvPicPr>
          <p:cNvPr id="5" name="Content Placeholder 4">
            <a:extLst>
              <a:ext uri="{FF2B5EF4-FFF2-40B4-BE49-F238E27FC236}">
                <a16:creationId xmlns:a16="http://schemas.microsoft.com/office/drawing/2014/main" id="{776A8B44-2613-C9C5-FB4B-11C3FA7D0BA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502401" y="1480457"/>
            <a:ext cx="5438774" cy="2634343"/>
          </a:xfrm>
          <a:prstGeom prst="rect">
            <a:avLst/>
          </a:prstGeom>
          <a:noFill/>
          <a:ln>
            <a:noFill/>
          </a:ln>
        </p:spPr>
      </p:pic>
    </p:spTree>
    <p:extLst>
      <p:ext uri="{BB962C8B-B14F-4D97-AF65-F5344CB8AC3E}">
        <p14:creationId xmlns:p14="http://schemas.microsoft.com/office/powerpoint/2010/main" val="2817831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13007-5D56-EFD7-B06A-5FF8D911FAF9}"/>
              </a:ext>
            </a:extLst>
          </p:cNvPr>
          <p:cNvSpPr>
            <a:spLocks noGrp="1"/>
          </p:cNvSpPr>
          <p:nvPr>
            <p:ph type="title"/>
          </p:nvPr>
        </p:nvSpPr>
        <p:spPr/>
        <p:txBody>
          <a:bodyPr/>
          <a:lstStyle/>
          <a:p>
            <a:r>
              <a:rPr lang="en-IN" dirty="0"/>
              <a:t>SEQUENCE DIAGRAM</a:t>
            </a:r>
          </a:p>
        </p:txBody>
      </p:sp>
      <p:sp>
        <p:nvSpPr>
          <p:cNvPr id="3" name="Content Placeholder 2">
            <a:extLst>
              <a:ext uri="{FF2B5EF4-FFF2-40B4-BE49-F238E27FC236}">
                <a16:creationId xmlns:a16="http://schemas.microsoft.com/office/drawing/2014/main" id="{A015F477-FA2B-E661-332C-AE0622C28767}"/>
              </a:ext>
            </a:extLst>
          </p:cNvPr>
          <p:cNvSpPr>
            <a:spLocks noGrp="1"/>
          </p:cNvSpPr>
          <p:nvPr>
            <p:ph sz="half" idx="14"/>
          </p:nvPr>
        </p:nvSpPr>
        <p:spPr>
          <a:xfrm>
            <a:off x="3071013" y="1041580"/>
            <a:ext cx="3344301" cy="4020456"/>
          </a:xfrm>
        </p:spPr>
        <p:txBody>
          <a:bodyPr/>
          <a:lstStyle/>
          <a:p>
            <a:r>
              <a:rPr lang="en-US" sz="1800" b="1" dirty="0">
                <a:solidFill>
                  <a:srgbClr val="000000"/>
                </a:solidFill>
                <a:effectLst/>
                <a:ea typeface="Cambria" panose="02040503050406030204" pitchFamily="18" charset="0"/>
                <a:cs typeface="Cambria" panose="02040503050406030204" pitchFamily="18" charset="0"/>
              </a:rPr>
              <a:t>A sequence diagram </a:t>
            </a:r>
            <a:r>
              <a:rPr lang="en-US" sz="1800" dirty="0">
                <a:solidFill>
                  <a:srgbClr val="000000"/>
                </a:solidFill>
                <a:effectLst/>
                <a:ea typeface="Cambria" panose="02040503050406030204" pitchFamily="18" charset="0"/>
                <a:cs typeface="Cambria" panose="02040503050406030204" pitchFamily="18" charset="0"/>
              </a:rPr>
              <a:t>in Unified Modeling Language (UML) is a kind of interaction diagram that shows how processes operate with one another and in what order. It is a construct of a Message Sequence Chart. Sequence diagrams are sometimes called event diagrams, event scenarios, and timing diagrams.</a:t>
            </a:r>
            <a:endParaRPr lang="en-IN" sz="1800" dirty="0">
              <a:effectLst/>
              <a:ea typeface="Cambria" panose="02040503050406030204" pitchFamily="18" charset="0"/>
              <a:cs typeface="Cambria" panose="02040503050406030204" pitchFamily="18" charset="0"/>
            </a:endParaRPr>
          </a:p>
          <a:p>
            <a:endParaRPr lang="en-IN" dirty="0"/>
          </a:p>
        </p:txBody>
      </p:sp>
      <p:pic>
        <p:nvPicPr>
          <p:cNvPr id="5" name="Content Placeholder 4">
            <a:extLst>
              <a:ext uri="{FF2B5EF4-FFF2-40B4-BE49-F238E27FC236}">
                <a16:creationId xmlns:a16="http://schemas.microsoft.com/office/drawing/2014/main" id="{FC015399-956A-29D7-B32B-34F1EE14D3F7}"/>
              </a:ext>
            </a:extLst>
          </p:cNvPr>
          <p:cNvPicPr>
            <a:picLocks noGrp="1" noChangeAspect="1"/>
          </p:cNvPicPr>
          <p:nvPr>
            <p:ph sz="half" idx="2"/>
          </p:nvPr>
        </p:nvPicPr>
        <p:blipFill>
          <a:blip r:embed="rId2"/>
          <a:srcRect/>
          <a:stretch>
            <a:fillRect/>
          </a:stretch>
        </p:blipFill>
        <p:spPr bwMode="auto">
          <a:xfrm>
            <a:off x="6568513" y="1045030"/>
            <a:ext cx="5163004" cy="4020456"/>
          </a:xfrm>
          <a:prstGeom prst="rect">
            <a:avLst/>
          </a:prstGeom>
          <a:noFill/>
          <a:ln w="9525">
            <a:noFill/>
            <a:miter lim="800000"/>
            <a:headEnd/>
            <a:tailEnd/>
          </a:ln>
        </p:spPr>
      </p:pic>
    </p:spTree>
    <p:extLst>
      <p:ext uri="{BB962C8B-B14F-4D97-AF65-F5344CB8AC3E}">
        <p14:creationId xmlns:p14="http://schemas.microsoft.com/office/powerpoint/2010/main" val="37475420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6661D-459B-8E03-95D8-4DE70A244B5F}"/>
              </a:ext>
            </a:extLst>
          </p:cNvPr>
          <p:cNvSpPr>
            <a:spLocks noGrp="1"/>
          </p:cNvSpPr>
          <p:nvPr>
            <p:ph type="title"/>
          </p:nvPr>
        </p:nvSpPr>
        <p:spPr/>
        <p:txBody>
          <a:bodyPr/>
          <a:lstStyle/>
          <a:p>
            <a:r>
              <a:rPr lang="en-IN" dirty="0"/>
              <a:t>SOFTWARE ENVIRONMENT</a:t>
            </a:r>
          </a:p>
        </p:txBody>
      </p:sp>
      <p:sp>
        <p:nvSpPr>
          <p:cNvPr id="3" name="Content Placeholder 2">
            <a:extLst>
              <a:ext uri="{FF2B5EF4-FFF2-40B4-BE49-F238E27FC236}">
                <a16:creationId xmlns:a16="http://schemas.microsoft.com/office/drawing/2014/main" id="{114D1A77-8E9F-7DDA-1FDE-17487AD02EF3}"/>
              </a:ext>
            </a:extLst>
          </p:cNvPr>
          <p:cNvSpPr>
            <a:spLocks noGrp="1"/>
          </p:cNvSpPr>
          <p:nvPr>
            <p:ph sz="half" idx="2"/>
          </p:nvPr>
        </p:nvSpPr>
        <p:spPr>
          <a:xfrm>
            <a:off x="4800797" y="290509"/>
            <a:ext cx="6643944" cy="1653540"/>
          </a:xfrm>
        </p:spPr>
        <p:txBody>
          <a:bodyPr/>
          <a:lstStyle/>
          <a:p>
            <a:pPr marL="0" indent="0" algn="ctr">
              <a:buNone/>
            </a:pPr>
            <a:r>
              <a:rPr lang="en-IN" sz="2400" b="1" u="sng" dirty="0"/>
              <a:t>Python &amp; Django in Auto Learn Nexus</a:t>
            </a:r>
          </a:p>
          <a:p>
            <a:pPr marL="0" indent="0" algn="ctr">
              <a:buNone/>
            </a:pPr>
            <a:r>
              <a:rPr lang="en-IN" sz="2400" b="1" i="1" dirty="0"/>
              <a:t>Task-Ontology Driven Framework for Autonomous ML Model Generation</a:t>
            </a:r>
            <a:endParaRPr lang="en-IN" sz="2400" b="1" dirty="0"/>
          </a:p>
          <a:p>
            <a:endParaRPr lang="en-IN" dirty="0"/>
          </a:p>
        </p:txBody>
      </p:sp>
      <p:sp>
        <p:nvSpPr>
          <p:cNvPr id="6" name="Rectangle 1">
            <a:extLst>
              <a:ext uri="{FF2B5EF4-FFF2-40B4-BE49-F238E27FC236}">
                <a16:creationId xmlns:a16="http://schemas.microsoft.com/office/drawing/2014/main" id="{5D4DFF17-48BC-C348-9901-434F75AD06FB}"/>
              </a:ext>
            </a:extLst>
          </p:cNvPr>
          <p:cNvSpPr>
            <a:spLocks noChangeArrowheads="1"/>
          </p:cNvSpPr>
          <p:nvPr/>
        </p:nvSpPr>
        <p:spPr bwMode="auto">
          <a:xfrm>
            <a:off x="4304364" y="1812991"/>
            <a:ext cx="7636811"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Python powers the core intelligence of the system — managing data processing, ontology mapping, model training, and performance optimization using ML libraries like </a:t>
            </a:r>
            <a:r>
              <a:rPr kumimoji="0" lang="en-US" altLang="en-US" sz="1800" i="1" u="none" strike="noStrike" cap="none" normalizeH="0" baseline="0" dirty="0">
                <a:ln>
                  <a:noFill/>
                </a:ln>
                <a:solidFill>
                  <a:schemeClr val="tx1"/>
                </a:solidFill>
                <a:effectLst/>
              </a:rPr>
              <a:t>scikit-learn</a:t>
            </a:r>
            <a:r>
              <a:rPr kumimoji="0" lang="en-US" altLang="en-US" sz="1800" i="0" u="none" strike="noStrike" cap="none" normalizeH="0" baseline="0" dirty="0">
                <a:ln>
                  <a:noFill/>
                </a:ln>
                <a:solidFill>
                  <a:schemeClr val="tx1"/>
                </a:solidFill>
                <a:effectLst/>
              </a:rPr>
              <a:t>, </a:t>
            </a:r>
            <a:r>
              <a:rPr kumimoji="0" lang="en-US" altLang="en-US" sz="1800" i="1" u="none" strike="noStrike" cap="none" normalizeH="0" baseline="0" dirty="0">
                <a:ln>
                  <a:noFill/>
                </a:ln>
                <a:solidFill>
                  <a:schemeClr val="tx1"/>
                </a:solidFill>
                <a:effectLst/>
              </a:rPr>
              <a:t>pandas</a:t>
            </a:r>
            <a:r>
              <a:rPr kumimoji="0" lang="en-US" altLang="en-US" sz="1800" i="0" u="none" strike="noStrike" cap="none" normalizeH="0" baseline="0" dirty="0">
                <a:ln>
                  <a:noFill/>
                </a:ln>
                <a:solidFill>
                  <a:schemeClr val="tx1"/>
                </a:solidFill>
                <a:effectLst/>
              </a:rPr>
              <a:t>, and </a:t>
            </a:r>
            <a:r>
              <a:rPr kumimoji="0" lang="en-US" altLang="en-US" sz="1800" i="1" u="none" strike="noStrike" cap="none" normalizeH="0" baseline="0" dirty="0">
                <a:ln>
                  <a:noFill/>
                </a:ln>
                <a:solidFill>
                  <a:schemeClr val="tx1"/>
                </a:solidFill>
                <a:effectLst/>
              </a:rPr>
              <a:t>TensorFlow</a:t>
            </a:r>
            <a:r>
              <a:rPr kumimoji="0" lang="en-US" altLang="en-US" sz="1800" i="0" u="none" strike="noStrike" cap="none" normalizeH="0" baseline="0" dirty="0">
                <a:ln>
                  <a:noFill/>
                </a:ln>
                <a:solidFill>
                  <a:schemeClr val="tx1"/>
                </a:solidFill>
                <a:effectLst/>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It enables task-driven automation, where algorithms are selected dynamically based on dataset characteristics and ontology rules.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Django acts as the bridge between users and the ML engine, providing a secure and interactive web interface for dataset uploads, model execution, and result visualization.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Through its REST APIs and ORM, Django efficiently handles communication, database management, and real-time status tracking of ML tasks.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Together, Python and Django create a seamless, fully autonomous platform — integrating backend intelligence with a scalable, user-friendly web environment for end-to-end machine learning model generation.</a:t>
            </a:r>
          </a:p>
        </p:txBody>
      </p:sp>
    </p:spTree>
    <p:extLst>
      <p:ext uri="{BB962C8B-B14F-4D97-AF65-F5344CB8AC3E}">
        <p14:creationId xmlns:p14="http://schemas.microsoft.com/office/powerpoint/2010/main" val="2676779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70CE6-53E7-C7D4-FA0B-F95215CE870D}"/>
              </a:ext>
            </a:extLst>
          </p:cNvPr>
          <p:cNvSpPr>
            <a:spLocks noGrp="1"/>
          </p:cNvSpPr>
          <p:nvPr>
            <p:ph type="title"/>
          </p:nvPr>
        </p:nvSpPr>
        <p:spPr/>
        <p:txBody>
          <a:bodyPr/>
          <a:lstStyle/>
          <a:p>
            <a:r>
              <a:rPr lang="en-IN" dirty="0"/>
              <a:t>SOFTWARE ENVIRONMENT</a:t>
            </a:r>
          </a:p>
        </p:txBody>
      </p:sp>
      <p:sp>
        <p:nvSpPr>
          <p:cNvPr id="3" name="Content Placeholder 2">
            <a:extLst>
              <a:ext uri="{FF2B5EF4-FFF2-40B4-BE49-F238E27FC236}">
                <a16:creationId xmlns:a16="http://schemas.microsoft.com/office/drawing/2014/main" id="{387D2C03-EEF4-0F4E-24B5-48E84948EA67}"/>
              </a:ext>
            </a:extLst>
          </p:cNvPr>
          <p:cNvSpPr>
            <a:spLocks noGrp="1"/>
          </p:cNvSpPr>
          <p:nvPr>
            <p:ph sz="half" idx="2"/>
          </p:nvPr>
        </p:nvSpPr>
        <p:spPr>
          <a:xfrm>
            <a:off x="4851400" y="290509"/>
            <a:ext cx="6643944" cy="821146"/>
          </a:xfrm>
        </p:spPr>
        <p:txBody>
          <a:bodyPr>
            <a:normAutofit/>
          </a:bodyPr>
          <a:lstStyle/>
          <a:p>
            <a:pPr marL="0" indent="0">
              <a:buNone/>
            </a:pPr>
            <a:r>
              <a:rPr lang="en-US" sz="2800" b="1" dirty="0"/>
              <a:t>Role of Python in Auto Learn Nexus</a:t>
            </a:r>
            <a:endParaRPr lang="en-IN" sz="2800" b="1" dirty="0"/>
          </a:p>
        </p:txBody>
      </p:sp>
      <p:sp>
        <p:nvSpPr>
          <p:cNvPr id="5" name="TextBox 4">
            <a:extLst>
              <a:ext uri="{FF2B5EF4-FFF2-40B4-BE49-F238E27FC236}">
                <a16:creationId xmlns:a16="http://schemas.microsoft.com/office/drawing/2014/main" id="{F3C07A8A-D8D4-3BE2-3D42-95FCFE02E040}"/>
              </a:ext>
            </a:extLst>
          </p:cNvPr>
          <p:cNvSpPr txBox="1"/>
          <p:nvPr/>
        </p:nvSpPr>
        <p:spPr>
          <a:xfrm flipH="1">
            <a:off x="5017588" y="1111655"/>
            <a:ext cx="6311568" cy="5078313"/>
          </a:xfrm>
          <a:prstGeom prst="rect">
            <a:avLst/>
          </a:prstGeom>
          <a:noFill/>
        </p:spPr>
        <p:txBody>
          <a:bodyPr wrap="square" rtlCol="0">
            <a:spAutoFit/>
          </a:bodyPr>
          <a:lstStyle/>
          <a:p>
            <a:pPr>
              <a:buFont typeface="Arial" panose="020B0604020202020204" pitchFamily="34" charset="0"/>
              <a:buChar char="•"/>
            </a:pPr>
            <a:r>
              <a:rPr lang="en-IN" dirty="0"/>
              <a:t>Core ML Engine: Python serves as the backbone for implementing machine learning workflows—data pre processing, model selection, training, and evaluation.</a:t>
            </a:r>
          </a:p>
          <a:p>
            <a:endParaRPr lang="en-IN" dirty="0"/>
          </a:p>
          <a:p>
            <a:pPr>
              <a:buFont typeface="Arial" panose="020B0604020202020204" pitchFamily="34" charset="0"/>
              <a:buChar char="•"/>
            </a:pPr>
            <a:r>
              <a:rPr lang="en-IN" dirty="0"/>
              <a:t>Libraries Used: Utilized libraries like scikit-learn, pandas, NumPy, and TensorFlow/</a:t>
            </a:r>
            <a:r>
              <a:rPr lang="en-IN" dirty="0" err="1"/>
              <a:t>PyTorch</a:t>
            </a:r>
            <a:r>
              <a:rPr lang="en-IN" dirty="0"/>
              <a:t> for automation of model generation and performance analysis.</a:t>
            </a:r>
          </a:p>
          <a:p>
            <a:endParaRPr lang="en-IN" dirty="0"/>
          </a:p>
          <a:p>
            <a:pPr>
              <a:buFont typeface="Arial" panose="020B0604020202020204" pitchFamily="34" charset="0"/>
              <a:buChar char="•"/>
            </a:pPr>
            <a:r>
              <a:rPr lang="en-IN" dirty="0"/>
              <a:t>Ontology Integration: Python scripts manage the Task Ontology—mapping data characteristics to suitable algorithms automatically.</a:t>
            </a:r>
          </a:p>
          <a:p>
            <a:endParaRPr lang="en-IN" dirty="0"/>
          </a:p>
          <a:p>
            <a:pPr>
              <a:buFont typeface="Arial" panose="020B0604020202020204" pitchFamily="34" charset="0"/>
              <a:buChar char="•"/>
            </a:pPr>
            <a:r>
              <a:rPr lang="en-IN" dirty="0"/>
              <a:t>Automation Pipelines: Enables end-to-end automation for dataset ingestion, model tuning, and result logging.</a:t>
            </a:r>
          </a:p>
          <a:p>
            <a:endParaRPr lang="en-IN" dirty="0"/>
          </a:p>
          <a:p>
            <a:pPr>
              <a:buFont typeface="Arial" panose="020B0604020202020204" pitchFamily="34" charset="0"/>
              <a:buChar char="•"/>
            </a:pPr>
            <a:r>
              <a:rPr lang="en-IN" dirty="0"/>
              <a:t>Key Advantage: Simplifies experimentation, reduces manual coding, and supports dynamic ML model generation.</a:t>
            </a:r>
          </a:p>
          <a:p>
            <a:endParaRPr lang="en-IN" dirty="0"/>
          </a:p>
        </p:txBody>
      </p:sp>
    </p:spTree>
    <p:extLst>
      <p:ext uri="{BB962C8B-B14F-4D97-AF65-F5344CB8AC3E}">
        <p14:creationId xmlns:p14="http://schemas.microsoft.com/office/powerpoint/2010/main" val="20340168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D65C6-F30B-6C91-07A0-2BB540346894}"/>
              </a:ext>
            </a:extLst>
          </p:cNvPr>
          <p:cNvSpPr>
            <a:spLocks noGrp="1"/>
          </p:cNvSpPr>
          <p:nvPr>
            <p:ph type="title"/>
          </p:nvPr>
        </p:nvSpPr>
        <p:spPr/>
        <p:txBody>
          <a:bodyPr/>
          <a:lstStyle/>
          <a:p>
            <a:r>
              <a:rPr lang="en-IN" dirty="0"/>
              <a:t>SOFTWARE ENVIRONMENT</a:t>
            </a:r>
          </a:p>
        </p:txBody>
      </p:sp>
      <p:sp>
        <p:nvSpPr>
          <p:cNvPr id="3" name="Content Placeholder 2">
            <a:extLst>
              <a:ext uri="{FF2B5EF4-FFF2-40B4-BE49-F238E27FC236}">
                <a16:creationId xmlns:a16="http://schemas.microsoft.com/office/drawing/2014/main" id="{3A12368A-A8B9-154E-CD7A-66F0C661CDD2}"/>
              </a:ext>
            </a:extLst>
          </p:cNvPr>
          <p:cNvSpPr>
            <a:spLocks noGrp="1"/>
          </p:cNvSpPr>
          <p:nvPr>
            <p:ph sz="half" idx="2"/>
          </p:nvPr>
        </p:nvSpPr>
        <p:spPr/>
        <p:txBody>
          <a:bodyPr>
            <a:normAutofit/>
          </a:bodyPr>
          <a:lstStyle/>
          <a:p>
            <a:r>
              <a:rPr lang="en-US" sz="2800" b="1" dirty="0"/>
              <a:t>Role of Django in Auto Learn Nexus</a:t>
            </a:r>
            <a:endParaRPr lang="en-IN" sz="2800" b="1" dirty="0"/>
          </a:p>
        </p:txBody>
      </p:sp>
      <p:sp>
        <p:nvSpPr>
          <p:cNvPr id="9" name="Rectangle 4">
            <a:extLst>
              <a:ext uri="{FF2B5EF4-FFF2-40B4-BE49-F238E27FC236}">
                <a16:creationId xmlns:a16="http://schemas.microsoft.com/office/drawing/2014/main" id="{B9DB2FC4-D08E-63CF-F339-B2D687A16E89}"/>
              </a:ext>
            </a:extLst>
          </p:cNvPr>
          <p:cNvSpPr>
            <a:spLocks noChangeArrowheads="1"/>
          </p:cNvSpPr>
          <p:nvPr/>
        </p:nvSpPr>
        <p:spPr bwMode="auto">
          <a:xfrm>
            <a:off x="4636655" y="2240280"/>
            <a:ext cx="7073434"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Web Interface: Django powers the interactive dashboard for users to upload datasets, monitor model training, and view results in real time.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Backend Logic: Handles communication between frontend and Python-based ML engine using Django views and REST APIs.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Database Management: Uses Django ORM to store task metadata, ontology mappings, and generated model performance metrics.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Security &amp; Scalability: Provides built-in authentication, session handling, and modular structure for scaling ML services.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i="0" u="none" strike="noStrike" cap="none" normalizeH="0" baseline="0" dirty="0">
                <a:ln>
                  <a:noFill/>
                </a:ln>
                <a:solidFill>
                  <a:schemeClr val="tx1"/>
                </a:solidFill>
                <a:effectLst/>
              </a:rPr>
              <a:t>Outcome: Transforms the autonomous ML engine into a user-friendly web platform for model generation and deployment.</a:t>
            </a:r>
          </a:p>
        </p:txBody>
      </p:sp>
    </p:spTree>
    <p:extLst>
      <p:ext uri="{BB962C8B-B14F-4D97-AF65-F5344CB8AC3E}">
        <p14:creationId xmlns:p14="http://schemas.microsoft.com/office/powerpoint/2010/main" val="11539938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BC1C8-2D4C-27A4-C4CE-C375E456D4D5}"/>
              </a:ext>
            </a:extLst>
          </p:cNvPr>
          <p:cNvSpPr>
            <a:spLocks noGrp="1"/>
          </p:cNvSpPr>
          <p:nvPr>
            <p:ph type="title"/>
          </p:nvPr>
        </p:nvSpPr>
        <p:spPr/>
        <p:txBody>
          <a:bodyPr/>
          <a:lstStyle/>
          <a:p>
            <a:r>
              <a:rPr lang="en-IN" dirty="0"/>
              <a:t>RESULTS </a:t>
            </a:r>
          </a:p>
        </p:txBody>
      </p:sp>
      <p:pic>
        <p:nvPicPr>
          <p:cNvPr id="4" name="Content Placeholder 3">
            <a:extLst>
              <a:ext uri="{FF2B5EF4-FFF2-40B4-BE49-F238E27FC236}">
                <a16:creationId xmlns:a16="http://schemas.microsoft.com/office/drawing/2014/main" id="{2299CDBD-8475-FC6C-DEA8-F0CF9E59B4B7}"/>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527303" y="246966"/>
            <a:ext cx="5121726" cy="3138491"/>
          </a:xfrm>
          <a:prstGeom prst="rect">
            <a:avLst/>
          </a:prstGeom>
          <a:noFill/>
          <a:ln>
            <a:noFill/>
          </a:ln>
        </p:spPr>
      </p:pic>
      <p:pic>
        <p:nvPicPr>
          <p:cNvPr id="5" name="Picture 4">
            <a:extLst>
              <a:ext uri="{FF2B5EF4-FFF2-40B4-BE49-F238E27FC236}">
                <a16:creationId xmlns:a16="http://schemas.microsoft.com/office/drawing/2014/main" id="{2F622E45-282C-B54F-59C3-8148C7C5122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7303" y="3389672"/>
            <a:ext cx="5121726" cy="3221355"/>
          </a:xfrm>
          <a:prstGeom prst="rect">
            <a:avLst/>
          </a:prstGeom>
          <a:noFill/>
          <a:ln>
            <a:noFill/>
          </a:ln>
        </p:spPr>
      </p:pic>
      <p:pic>
        <p:nvPicPr>
          <p:cNvPr id="6" name="Picture 5">
            <a:extLst>
              <a:ext uri="{FF2B5EF4-FFF2-40B4-BE49-F238E27FC236}">
                <a16:creationId xmlns:a16="http://schemas.microsoft.com/office/drawing/2014/main" id="{3D681EE1-7FDA-6949-69CB-221449938A0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58244" y="290509"/>
            <a:ext cx="4364366" cy="3219450"/>
          </a:xfrm>
          <a:prstGeom prst="rect">
            <a:avLst/>
          </a:prstGeom>
          <a:noFill/>
          <a:ln>
            <a:noFill/>
          </a:ln>
        </p:spPr>
      </p:pic>
      <p:pic>
        <p:nvPicPr>
          <p:cNvPr id="7" name="Picture 6">
            <a:extLst>
              <a:ext uri="{FF2B5EF4-FFF2-40B4-BE49-F238E27FC236}">
                <a16:creationId xmlns:a16="http://schemas.microsoft.com/office/drawing/2014/main" id="{752333A2-E6E2-68FF-6B5A-8151856CC850}"/>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558244" y="3385457"/>
            <a:ext cx="4364366" cy="3219450"/>
          </a:xfrm>
          <a:prstGeom prst="rect">
            <a:avLst/>
          </a:prstGeom>
          <a:noFill/>
          <a:ln>
            <a:noFill/>
          </a:ln>
        </p:spPr>
      </p:pic>
    </p:spTree>
    <p:extLst>
      <p:ext uri="{BB962C8B-B14F-4D97-AF65-F5344CB8AC3E}">
        <p14:creationId xmlns:p14="http://schemas.microsoft.com/office/powerpoint/2010/main" val="33167447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BC1C8-2D4C-27A4-C4CE-C375E456D4D5}"/>
              </a:ext>
            </a:extLst>
          </p:cNvPr>
          <p:cNvSpPr>
            <a:spLocks noGrp="1"/>
          </p:cNvSpPr>
          <p:nvPr>
            <p:ph type="title"/>
          </p:nvPr>
        </p:nvSpPr>
        <p:spPr/>
        <p:txBody>
          <a:bodyPr/>
          <a:lstStyle/>
          <a:p>
            <a:r>
              <a:rPr lang="en-IN" dirty="0"/>
              <a:t>RESULTS </a:t>
            </a:r>
          </a:p>
        </p:txBody>
      </p:sp>
      <p:pic>
        <p:nvPicPr>
          <p:cNvPr id="9" name="Content Placeholder 8">
            <a:extLst>
              <a:ext uri="{FF2B5EF4-FFF2-40B4-BE49-F238E27FC236}">
                <a16:creationId xmlns:a16="http://schemas.microsoft.com/office/drawing/2014/main" id="{F49B65AC-094A-7BCE-9209-01C29FFE2A4E}"/>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527303" y="290509"/>
            <a:ext cx="5022359" cy="3138491"/>
          </a:xfrm>
          <a:prstGeom prst="rect">
            <a:avLst/>
          </a:prstGeom>
          <a:noFill/>
          <a:ln>
            <a:noFill/>
          </a:ln>
        </p:spPr>
      </p:pic>
      <p:pic>
        <p:nvPicPr>
          <p:cNvPr id="10" name="Picture 9">
            <a:extLst>
              <a:ext uri="{FF2B5EF4-FFF2-40B4-BE49-F238E27FC236}">
                <a16:creationId xmlns:a16="http://schemas.microsoft.com/office/drawing/2014/main" id="{CF8A53CC-B6B4-47FB-9D34-F97D69B1E11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7303" y="3428996"/>
            <a:ext cx="5022359" cy="3221355"/>
          </a:xfrm>
          <a:prstGeom prst="rect">
            <a:avLst/>
          </a:prstGeom>
          <a:noFill/>
          <a:ln>
            <a:noFill/>
          </a:ln>
        </p:spPr>
      </p:pic>
      <p:pic>
        <p:nvPicPr>
          <p:cNvPr id="11" name="Picture 10">
            <a:extLst>
              <a:ext uri="{FF2B5EF4-FFF2-40B4-BE49-F238E27FC236}">
                <a16:creationId xmlns:a16="http://schemas.microsoft.com/office/drawing/2014/main" id="{D2028CBE-79CF-CFFE-6B81-C2AFCC1E50E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314960" y="250028"/>
            <a:ext cx="4626215" cy="3219450"/>
          </a:xfrm>
          <a:prstGeom prst="rect">
            <a:avLst/>
          </a:prstGeom>
          <a:noFill/>
          <a:ln>
            <a:noFill/>
          </a:ln>
        </p:spPr>
      </p:pic>
      <p:pic>
        <p:nvPicPr>
          <p:cNvPr id="12" name="Picture 11">
            <a:extLst>
              <a:ext uri="{FF2B5EF4-FFF2-40B4-BE49-F238E27FC236}">
                <a16:creationId xmlns:a16="http://schemas.microsoft.com/office/drawing/2014/main" id="{27308E59-AC9D-B0DD-4141-258B80EED5C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314960" y="3509959"/>
            <a:ext cx="4626215" cy="3140392"/>
          </a:xfrm>
          <a:prstGeom prst="rect">
            <a:avLst/>
          </a:prstGeom>
          <a:noFill/>
          <a:ln>
            <a:noFill/>
          </a:ln>
        </p:spPr>
      </p:pic>
    </p:spTree>
    <p:extLst>
      <p:ext uri="{BB962C8B-B14F-4D97-AF65-F5344CB8AC3E}">
        <p14:creationId xmlns:p14="http://schemas.microsoft.com/office/powerpoint/2010/main" val="30812393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BC1C8-2D4C-27A4-C4CE-C375E456D4D5}"/>
              </a:ext>
            </a:extLst>
          </p:cNvPr>
          <p:cNvSpPr>
            <a:spLocks noGrp="1"/>
          </p:cNvSpPr>
          <p:nvPr>
            <p:ph type="title"/>
          </p:nvPr>
        </p:nvSpPr>
        <p:spPr/>
        <p:txBody>
          <a:bodyPr/>
          <a:lstStyle/>
          <a:p>
            <a:r>
              <a:rPr lang="en-IN" dirty="0"/>
              <a:t>RESULTS </a:t>
            </a:r>
          </a:p>
        </p:txBody>
      </p:sp>
      <p:pic>
        <p:nvPicPr>
          <p:cNvPr id="3" name="Content Placeholder 2">
            <a:extLst>
              <a:ext uri="{FF2B5EF4-FFF2-40B4-BE49-F238E27FC236}">
                <a16:creationId xmlns:a16="http://schemas.microsoft.com/office/drawing/2014/main" id="{A2949FFB-CFA4-7BA1-FBC8-8611C80D7BA0}"/>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2527303" y="290509"/>
            <a:ext cx="5045805" cy="3138491"/>
          </a:xfrm>
          <a:prstGeom prst="rect">
            <a:avLst/>
          </a:prstGeom>
          <a:noFill/>
          <a:ln>
            <a:noFill/>
          </a:ln>
        </p:spPr>
      </p:pic>
      <p:pic>
        <p:nvPicPr>
          <p:cNvPr id="4" name="Picture 3">
            <a:extLst>
              <a:ext uri="{FF2B5EF4-FFF2-40B4-BE49-F238E27FC236}">
                <a16:creationId xmlns:a16="http://schemas.microsoft.com/office/drawing/2014/main" id="{C045B92E-5F85-50A3-53E7-910C264C44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27303" y="3428999"/>
            <a:ext cx="5045805" cy="3098001"/>
          </a:xfrm>
          <a:prstGeom prst="rect">
            <a:avLst/>
          </a:prstGeom>
          <a:noFill/>
          <a:ln>
            <a:noFill/>
          </a:ln>
        </p:spPr>
      </p:pic>
      <p:pic>
        <p:nvPicPr>
          <p:cNvPr id="5" name="Picture 4">
            <a:extLst>
              <a:ext uri="{FF2B5EF4-FFF2-40B4-BE49-F238E27FC236}">
                <a16:creationId xmlns:a16="http://schemas.microsoft.com/office/drawing/2014/main" id="{33FDFF29-E3A3-6AD1-7B94-8B9EBE6BDACA}"/>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73108" y="209546"/>
            <a:ext cx="4368068" cy="3219450"/>
          </a:xfrm>
          <a:prstGeom prst="rect">
            <a:avLst/>
          </a:prstGeom>
          <a:noFill/>
          <a:ln>
            <a:noFill/>
          </a:ln>
        </p:spPr>
      </p:pic>
      <p:pic>
        <p:nvPicPr>
          <p:cNvPr id="6" name="Picture 5">
            <a:extLst>
              <a:ext uri="{FF2B5EF4-FFF2-40B4-BE49-F238E27FC236}">
                <a16:creationId xmlns:a16="http://schemas.microsoft.com/office/drawing/2014/main" id="{0F32AE38-AD0C-44A4-CE9F-619D71D5ED93}"/>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7573105" y="3307550"/>
            <a:ext cx="4368069" cy="3219450"/>
          </a:xfrm>
          <a:prstGeom prst="rect">
            <a:avLst/>
          </a:prstGeom>
          <a:noFill/>
          <a:ln>
            <a:noFill/>
          </a:ln>
        </p:spPr>
      </p:pic>
    </p:spTree>
    <p:extLst>
      <p:ext uri="{BB962C8B-B14F-4D97-AF65-F5344CB8AC3E}">
        <p14:creationId xmlns:p14="http://schemas.microsoft.com/office/powerpoint/2010/main" val="11733103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0BC1C8-2D4C-27A4-C4CE-C375E456D4D5}"/>
              </a:ext>
            </a:extLst>
          </p:cNvPr>
          <p:cNvSpPr>
            <a:spLocks noGrp="1"/>
          </p:cNvSpPr>
          <p:nvPr>
            <p:ph type="title"/>
          </p:nvPr>
        </p:nvSpPr>
        <p:spPr/>
        <p:txBody>
          <a:bodyPr/>
          <a:lstStyle/>
          <a:p>
            <a:r>
              <a:rPr lang="en-IN" dirty="0"/>
              <a:t>RESULTS </a:t>
            </a:r>
          </a:p>
        </p:txBody>
      </p:sp>
      <p:pic>
        <p:nvPicPr>
          <p:cNvPr id="3" name="Content Placeholder 2">
            <a:extLst>
              <a:ext uri="{FF2B5EF4-FFF2-40B4-BE49-F238E27FC236}">
                <a16:creationId xmlns:a16="http://schemas.microsoft.com/office/drawing/2014/main" id="{9A43E76C-2FEA-F799-410F-027EE3B373BF}"/>
              </a:ext>
            </a:extLst>
          </p:cNvPr>
          <p:cNvPicPr>
            <a:picLocks noGrp="1" noChangeAspect="1"/>
          </p:cNvPicPr>
          <p:nvPr>
            <p:ph sz="quarter" idx="13"/>
          </p:nvPr>
        </p:nvPicPr>
        <p:blipFill>
          <a:blip r:embed="rId2">
            <a:extLst>
              <a:ext uri="{28A0092B-C50C-407E-A947-70E740481C1C}">
                <a14:useLocalDpi xmlns:a14="http://schemas.microsoft.com/office/drawing/2010/main" val="0"/>
              </a:ext>
            </a:extLst>
          </a:blip>
          <a:srcRect/>
          <a:stretch>
            <a:fillRect/>
          </a:stretch>
        </p:blipFill>
        <p:spPr bwMode="auto">
          <a:xfrm>
            <a:off x="4465955" y="290509"/>
            <a:ext cx="5943600" cy="3343275"/>
          </a:xfrm>
          <a:prstGeom prst="rect">
            <a:avLst/>
          </a:prstGeom>
          <a:noFill/>
          <a:ln>
            <a:noFill/>
          </a:ln>
        </p:spPr>
      </p:pic>
      <p:pic>
        <p:nvPicPr>
          <p:cNvPr id="4" name="Picture 3">
            <a:extLst>
              <a:ext uri="{FF2B5EF4-FFF2-40B4-BE49-F238E27FC236}">
                <a16:creationId xmlns:a16="http://schemas.microsoft.com/office/drawing/2014/main" id="{48004C12-D2B3-4F07-AAE3-14D607A95F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65955" y="3633784"/>
            <a:ext cx="5943600" cy="2933700"/>
          </a:xfrm>
          <a:prstGeom prst="rect">
            <a:avLst/>
          </a:prstGeom>
          <a:noFill/>
          <a:ln>
            <a:noFill/>
          </a:ln>
        </p:spPr>
      </p:pic>
    </p:spTree>
    <p:extLst>
      <p:ext uri="{BB962C8B-B14F-4D97-AF65-F5344CB8AC3E}">
        <p14:creationId xmlns:p14="http://schemas.microsoft.com/office/powerpoint/2010/main" val="30994606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4AA23-AAC8-4EDA-9003-B05AE58FBE37}"/>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46BC85F-E9AE-4803-9CEA-B00D77FBBF3C}"/>
              </a:ext>
            </a:extLst>
          </p:cNvPr>
          <p:cNvSpPr>
            <a:spLocks noGrp="1"/>
          </p:cNvSpPr>
          <p:nvPr>
            <p:ph sz="half" idx="2"/>
          </p:nvPr>
        </p:nvSpPr>
        <p:spPr>
          <a:xfrm>
            <a:off x="4342121" y="1197127"/>
            <a:ext cx="7029933" cy="4463737"/>
          </a:xfrm>
        </p:spPr>
        <p:txBody>
          <a:bodyPr/>
          <a:lstStyle/>
          <a:p>
            <a:r>
              <a:rPr lang="en-US" sz="2400" dirty="0"/>
              <a:t>In this presentation, we extracted important keywords for constructing an ontology from papers and textbooks about machine learning. Moreover we designed a task ontology based on the MEX vocabulary. We also studied workflow for the autonomous machine learning model. The proposed method is applicable for automatic workflow according to designated autonomous level. Therefore, the non-experts are capable of doing complex tasks using the proposed method and can easily implement the machine learning model in a specific application</a:t>
            </a:r>
          </a:p>
          <a:p>
            <a:endParaRPr lang="en-US" dirty="0"/>
          </a:p>
        </p:txBody>
      </p:sp>
    </p:spTree>
    <p:extLst>
      <p:ext uri="{BB962C8B-B14F-4D97-AF65-F5344CB8AC3E}">
        <p14:creationId xmlns:p14="http://schemas.microsoft.com/office/powerpoint/2010/main" val="34804462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AE308-3076-43DB-B834-DA0B0AE19AF9}"/>
              </a:ext>
            </a:extLst>
          </p:cNvPr>
          <p:cNvSpPr>
            <a:spLocks noGrp="1"/>
          </p:cNvSpPr>
          <p:nvPr>
            <p:ph type="title"/>
          </p:nvPr>
        </p:nvSpPr>
        <p:spPr>
          <a:xfrm>
            <a:off x="2517792" y="2558726"/>
            <a:ext cx="7156415" cy="1740548"/>
          </a:xfrm>
        </p:spPr>
        <p:txBody>
          <a:bodyPr anchor="ctr"/>
          <a:lstStyle/>
          <a:p>
            <a:r>
              <a:rPr lang="en-US" sz="7200" dirty="0"/>
              <a:t>Thank you</a:t>
            </a:r>
          </a:p>
        </p:txBody>
      </p:sp>
    </p:spTree>
    <p:extLst>
      <p:ext uri="{BB962C8B-B14F-4D97-AF65-F5344CB8AC3E}">
        <p14:creationId xmlns:p14="http://schemas.microsoft.com/office/powerpoint/2010/main" val="3103683689"/>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TM56596226_Win32_LW_V0" id="{9BD71EDD-469E-4D4E-A40A-B14F6807FCBA}" vid="{17CDA7A4-B369-430D-9DFB-4C96400196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2A85E2-5219-4B5F-9D52-D97CA94AAB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9316C43-4A17-4971-BB8F-F0F6B8CDF2E0}">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F5C14155-A57F-48FA-B253-A79CB6269DDC}">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2841</TotalTime>
  <Words>1888</Words>
  <Application>Microsoft Office PowerPoint</Application>
  <PresentationFormat>Widescreen</PresentationFormat>
  <Paragraphs>149</Paragraphs>
  <Slides>25</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Aptos</vt:lpstr>
      <vt:lpstr>Arial</vt:lpstr>
      <vt:lpstr>Bookman Old Style</vt:lpstr>
      <vt:lpstr>Calibri</vt:lpstr>
      <vt:lpstr>Cascadia Mono SemiBold</vt:lpstr>
      <vt:lpstr>Gill Sans MT</vt:lpstr>
      <vt:lpstr>Gill Sans MT (Body)</vt:lpstr>
      <vt:lpstr>Gill Sans MT (Headings)</vt:lpstr>
      <vt:lpstr>Parcel</vt:lpstr>
      <vt:lpstr>        MALLA REDDY INSTITUTE OF TECHNOLOGY AND SCIENCE   </vt:lpstr>
      <vt:lpstr>CONTEXT</vt:lpstr>
      <vt:lpstr>ABSTRACT </vt:lpstr>
      <vt:lpstr>Existing system</vt:lpstr>
      <vt:lpstr>Disadvantages </vt:lpstr>
      <vt:lpstr>Proposed system</vt:lpstr>
      <vt:lpstr>Advantages </vt:lpstr>
      <vt:lpstr>INTRODUCTION</vt:lpstr>
      <vt:lpstr>System requirements </vt:lpstr>
      <vt:lpstr>SYSTEM ARCHITECTURE</vt:lpstr>
      <vt:lpstr>System architecture</vt:lpstr>
      <vt:lpstr>System architecture</vt:lpstr>
      <vt:lpstr>Uml diagrams </vt:lpstr>
      <vt:lpstr>USE CASE DIAGRAM</vt:lpstr>
      <vt:lpstr>CLASS DIAGRAM</vt:lpstr>
      <vt:lpstr>SEQUENCE DIAGRAM</vt:lpstr>
      <vt:lpstr>SOFTWARE ENVIRONMENT</vt:lpstr>
      <vt:lpstr>SOFTWARE ENVIRONMENT</vt:lpstr>
      <vt:lpstr>SOFTWARE ENVIRONMENT</vt:lpstr>
      <vt:lpstr>RESULTS </vt:lpstr>
      <vt:lpstr>RESULTS </vt:lpstr>
      <vt:lpstr>RESULTS </vt:lpstr>
      <vt:lpstr>RESULTS </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speaking solutions</dc:title>
  <cp:lastModifiedBy>Jhasmitha Roja</cp:lastModifiedBy>
  <cp:revision>21</cp:revision>
  <dcterms:created xsi:type="dcterms:W3CDTF">2024-02-15T21:11:36Z</dcterms:created>
  <dcterms:modified xsi:type="dcterms:W3CDTF">2026-04-01T15:15:12Z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